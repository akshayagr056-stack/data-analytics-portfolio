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60"/>
  </p:normalViewPr>
  <p:slideViewPr>
    <p:cSldViewPr snapToGrid="0">
      <p:cViewPr>
        <p:scale>
          <a:sx n="50" d="100"/>
          <a:sy n="50" d="100"/>
        </p:scale>
        <p:origin x="-139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DF2E60-FFD6-431F-BA5E-7D80A1DAA1AA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6246705F-DCD7-46D2-BE84-531426C3BDC1}">
      <dgm:prSet/>
      <dgm:spPr/>
      <dgm:t>
        <a:bodyPr/>
        <a:lstStyle/>
        <a:p>
          <a:r>
            <a:rPr lang="en-IN" b="1"/>
            <a:t>HIGHEST SALES BY CATEGORY:TECHNOLOGY</a:t>
          </a:r>
          <a:endParaRPr lang="en-IN"/>
        </a:p>
      </dgm:t>
    </dgm:pt>
    <dgm:pt modelId="{B443562C-4138-476B-B4C6-5B2AAB386D55}" type="parTrans" cxnId="{08195D61-64E8-46D0-A795-E6ABDE2498D5}">
      <dgm:prSet/>
      <dgm:spPr/>
      <dgm:t>
        <a:bodyPr/>
        <a:lstStyle/>
        <a:p>
          <a:endParaRPr lang="en-IN"/>
        </a:p>
      </dgm:t>
    </dgm:pt>
    <dgm:pt modelId="{65514754-429C-42CA-8DC6-34FAE6B1051F}" type="sibTrans" cxnId="{08195D61-64E8-46D0-A795-E6ABDE2498D5}">
      <dgm:prSet/>
      <dgm:spPr/>
      <dgm:t>
        <a:bodyPr/>
        <a:lstStyle/>
        <a:p>
          <a:endParaRPr lang="en-IN"/>
        </a:p>
      </dgm:t>
    </dgm:pt>
    <dgm:pt modelId="{36AE1B7E-C0AE-4406-8AF8-9DD2D7A1602B}" type="pres">
      <dgm:prSet presAssocID="{D4DF2E60-FFD6-431F-BA5E-7D80A1DAA1AA}" presName="CompostProcess" presStyleCnt="0">
        <dgm:presLayoutVars>
          <dgm:dir/>
          <dgm:resizeHandles val="exact"/>
        </dgm:presLayoutVars>
      </dgm:prSet>
      <dgm:spPr/>
    </dgm:pt>
    <dgm:pt modelId="{9702D755-E847-4047-849E-2FC041B2B62A}" type="pres">
      <dgm:prSet presAssocID="{D4DF2E60-FFD6-431F-BA5E-7D80A1DAA1AA}" presName="arrow" presStyleLbl="bgShp" presStyleIdx="0" presStyleCnt="1"/>
      <dgm:spPr/>
    </dgm:pt>
    <dgm:pt modelId="{05D02C34-93A8-4A5B-AFD4-84215F063E3C}" type="pres">
      <dgm:prSet presAssocID="{D4DF2E60-FFD6-431F-BA5E-7D80A1DAA1AA}" presName="linearProcess" presStyleCnt="0"/>
      <dgm:spPr/>
    </dgm:pt>
    <dgm:pt modelId="{C7EA0E92-0457-4450-AE7B-AEDBE34DC07F}" type="pres">
      <dgm:prSet presAssocID="{6246705F-DCD7-46D2-BE84-531426C3BDC1}" presName="textNode" presStyleLbl="node1" presStyleIdx="0" presStyleCnt="1">
        <dgm:presLayoutVars>
          <dgm:bulletEnabled val="1"/>
        </dgm:presLayoutVars>
      </dgm:prSet>
      <dgm:spPr/>
    </dgm:pt>
  </dgm:ptLst>
  <dgm:cxnLst>
    <dgm:cxn modelId="{C68DE11F-11ED-4690-A64F-0104DDB64099}" type="presOf" srcId="{D4DF2E60-FFD6-431F-BA5E-7D80A1DAA1AA}" destId="{36AE1B7E-C0AE-4406-8AF8-9DD2D7A1602B}" srcOrd="0" destOrd="0" presId="urn:microsoft.com/office/officeart/2005/8/layout/hProcess9"/>
    <dgm:cxn modelId="{08195D61-64E8-46D0-A795-E6ABDE2498D5}" srcId="{D4DF2E60-FFD6-431F-BA5E-7D80A1DAA1AA}" destId="{6246705F-DCD7-46D2-BE84-531426C3BDC1}" srcOrd="0" destOrd="0" parTransId="{B443562C-4138-476B-B4C6-5B2AAB386D55}" sibTransId="{65514754-429C-42CA-8DC6-34FAE6B1051F}"/>
    <dgm:cxn modelId="{8CB0E049-9E59-452D-920A-B235BF45101D}" type="presOf" srcId="{6246705F-DCD7-46D2-BE84-531426C3BDC1}" destId="{C7EA0E92-0457-4450-AE7B-AEDBE34DC07F}" srcOrd="0" destOrd="0" presId="urn:microsoft.com/office/officeart/2005/8/layout/hProcess9"/>
    <dgm:cxn modelId="{0C86EE90-6097-4FFD-89D8-69BC7850EDA9}" type="presParOf" srcId="{36AE1B7E-C0AE-4406-8AF8-9DD2D7A1602B}" destId="{9702D755-E847-4047-849E-2FC041B2B62A}" srcOrd="0" destOrd="0" presId="urn:microsoft.com/office/officeart/2005/8/layout/hProcess9"/>
    <dgm:cxn modelId="{EA5A8284-D437-4D6F-93A7-2E912979C40C}" type="presParOf" srcId="{36AE1B7E-C0AE-4406-8AF8-9DD2D7A1602B}" destId="{05D02C34-93A8-4A5B-AFD4-84215F063E3C}" srcOrd="1" destOrd="0" presId="urn:microsoft.com/office/officeart/2005/8/layout/hProcess9"/>
    <dgm:cxn modelId="{68CA3A3F-793A-456E-A7D8-3FDA9305C34C}" type="presParOf" srcId="{05D02C34-93A8-4A5B-AFD4-84215F063E3C}" destId="{C7EA0E92-0457-4450-AE7B-AEDBE34DC07F}" srcOrd="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7EB5DC-42D2-48CF-B89B-8684A6CD39F3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9A5BA734-D773-4D2C-BBB4-0A8DF65150CC}">
      <dgm:prSet/>
      <dgm:spPr/>
      <dgm:t>
        <a:bodyPr/>
        <a:lstStyle/>
        <a:p>
          <a:r>
            <a:rPr lang="en-IN" b="1"/>
            <a:t>HIGHEST CONTRIBUTION SEGMENT:CONSUMER</a:t>
          </a:r>
          <a:endParaRPr lang="en-IN"/>
        </a:p>
      </dgm:t>
    </dgm:pt>
    <dgm:pt modelId="{F4081E8B-DAC9-4E20-916C-4626D752D49D}" type="parTrans" cxnId="{338DC45F-3517-423F-B1FC-CAE2B345D859}">
      <dgm:prSet/>
      <dgm:spPr/>
      <dgm:t>
        <a:bodyPr/>
        <a:lstStyle/>
        <a:p>
          <a:endParaRPr lang="en-IN"/>
        </a:p>
      </dgm:t>
    </dgm:pt>
    <dgm:pt modelId="{B3ABD734-F88B-4AB3-AE12-A5FD78822715}" type="sibTrans" cxnId="{338DC45F-3517-423F-B1FC-CAE2B345D859}">
      <dgm:prSet/>
      <dgm:spPr/>
      <dgm:t>
        <a:bodyPr/>
        <a:lstStyle/>
        <a:p>
          <a:endParaRPr lang="en-IN"/>
        </a:p>
      </dgm:t>
    </dgm:pt>
    <dgm:pt modelId="{BEC4AA67-40F4-4E6D-B64E-B70DB4EAC44B}" type="pres">
      <dgm:prSet presAssocID="{0F7EB5DC-42D2-48CF-B89B-8684A6CD39F3}" presName="CompostProcess" presStyleCnt="0">
        <dgm:presLayoutVars>
          <dgm:dir/>
          <dgm:resizeHandles val="exact"/>
        </dgm:presLayoutVars>
      </dgm:prSet>
      <dgm:spPr/>
    </dgm:pt>
    <dgm:pt modelId="{2AD39AFF-44FC-43B3-8A42-B2D55B4B9BC6}" type="pres">
      <dgm:prSet presAssocID="{0F7EB5DC-42D2-48CF-B89B-8684A6CD39F3}" presName="arrow" presStyleLbl="bgShp" presStyleIdx="0" presStyleCnt="1"/>
      <dgm:spPr/>
    </dgm:pt>
    <dgm:pt modelId="{BB0E387D-3F54-42F9-8260-FF7B6E72D6E8}" type="pres">
      <dgm:prSet presAssocID="{0F7EB5DC-42D2-48CF-B89B-8684A6CD39F3}" presName="linearProcess" presStyleCnt="0"/>
      <dgm:spPr/>
    </dgm:pt>
    <dgm:pt modelId="{6AB7C49D-E392-469C-9EFD-EEC371EBF0A5}" type="pres">
      <dgm:prSet presAssocID="{9A5BA734-D773-4D2C-BBB4-0A8DF65150CC}" presName="textNode" presStyleLbl="node1" presStyleIdx="0" presStyleCnt="1">
        <dgm:presLayoutVars>
          <dgm:bulletEnabled val="1"/>
        </dgm:presLayoutVars>
      </dgm:prSet>
      <dgm:spPr/>
    </dgm:pt>
  </dgm:ptLst>
  <dgm:cxnLst>
    <dgm:cxn modelId="{338DC45F-3517-423F-B1FC-CAE2B345D859}" srcId="{0F7EB5DC-42D2-48CF-B89B-8684A6CD39F3}" destId="{9A5BA734-D773-4D2C-BBB4-0A8DF65150CC}" srcOrd="0" destOrd="0" parTransId="{F4081E8B-DAC9-4E20-916C-4626D752D49D}" sibTransId="{B3ABD734-F88B-4AB3-AE12-A5FD78822715}"/>
    <dgm:cxn modelId="{67DAFC58-87AE-400D-BC8B-51BCD657B668}" type="presOf" srcId="{0F7EB5DC-42D2-48CF-B89B-8684A6CD39F3}" destId="{BEC4AA67-40F4-4E6D-B64E-B70DB4EAC44B}" srcOrd="0" destOrd="0" presId="urn:microsoft.com/office/officeart/2005/8/layout/hProcess9"/>
    <dgm:cxn modelId="{3B5BF6C2-C801-40C4-8FCE-42E64BF9D928}" type="presOf" srcId="{9A5BA734-D773-4D2C-BBB4-0A8DF65150CC}" destId="{6AB7C49D-E392-469C-9EFD-EEC371EBF0A5}" srcOrd="0" destOrd="0" presId="urn:microsoft.com/office/officeart/2005/8/layout/hProcess9"/>
    <dgm:cxn modelId="{431FD65C-ECA7-48BE-A09B-2CFD3CB6E99C}" type="presParOf" srcId="{BEC4AA67-40F4-4E6D-B64E-B70DB4EAC44B}" destId="{2AD39AFF-44FC-43B3-8A42-B2D55B4B9BC6}" srcOrd="0" destOrd="0" presId="urn:microsoft.com/office/officeart/2005/8/layout/hProcess9"/>
    <dgm:cxn modelId="{C9CB9545-AE84-492F-AF31-D90ED5A3B05E}" type="presParOf" srcId="{BEC4AA67-40F4-4E6D-B64E-B70DB4EAC44B}" destId="{BB0E387D-3F54-42F9-8260-FF7B6E72D6E8}" srcOrd="1" destOrd="0" presId="urn:microsoft.com/office/officeart/2005/8/layout/hProcess9"/>
    <dgm:cxn modelId="{E9B69402-B9A3-4C76-821E-48184351DCBA}" type="presParOf" srcId="{BB0E387D-3F54-42F9-8260-FF7B6E72D6E8}" destId="{6AB7C49D-E392-469C-9EFD-EEC371EBF0A5}" srcOrd="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747FFF4-E89C-47DB-9FBC-EEB82BA2954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B73D1B5E-B1B8-4F74-B318-BC8F1AB645B4}">
      <dgm:prSet/>
      <dgm:spPr/>
      <dgm:t>
        <a:bodyPr/>
        <a:lstStyle/>
        <a:p>
          <a:r>
            <a:rPr lang="en-IN"/>
            <a:t>KEY INSIGHTS</a:t>
          </a:r>
        </a:p>
      </dgm:t>
    </dgm:pt>
    <dgm:pt modelId="{85675C84-5AF1-4F00-9095-22DA72F45C01}" type="parTrans" cxnId="{8670845D-E74C-4814-B1D4-0BBAA0F8A211}">
      <dgm:prSet/>
      <dgm:spPr/>
      <dgm:t>
        <a:bodyPr/>
        <a:lstStyle/>
        <a:p>
          <a:endParaRPr lang="en-IN"/>
        </a:p>
      </dgm:t>
    </dgm:pt>
    <dgm:pt modelId="{B3809C1B-F5CD-4B97-9C22-6A0CC7E0DFAE}" type="sibTrans" cxnId="{8670845D-E74C-4814-B1D4-0BBAA0F8A211}">
      <dgm:prSet/>
      <dgm:spPr/>
      <dgm:t>
        <a:bodyPr/>
        <a:lstStyle/>
        <a:p>
          <a:endParaRPr lang="en-IN"/>
        </a:p>
      </dgm:t>
    </dgm:pt>
    <dgm:pt modelId="{93EB35B8-2419-4360-A58E-B88C19A37B0D}" type="pres">
      <dgm:prSet presAssocID="{5747FFF4-E89C-47DB-9FBC-EEB82BA29547}" presName="linear" presStyleCnt="0">
        <dgm:presLayoutVars>
          <dgm:animLvl val="lvl"/>
          <dgm:resizeHandles val="exact"/>
        </dgm:presLayoutVars>
      </dgm:prSet>
      <dgm:spPr/>
    </dgm:pt>
    <dgm:pt modelId="{E3654D90-F30C-420B-89CD-4F9E933F7138}" type="pres">
      <dgm:prSet presAssocID="{B73D1B5E-B1B8-4F74-B318-BC8F1AB645B4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8670845D-E74C-4814-B1D4-0BBAA0F8A211}" srcId="{5747FFF4-E89C-47DB-9FBC-EEB82BA29547}" destId="{B73D1B5E-B1B8-4F74-B318-BC8F1AB645B4}" srcOrd="0" destOrd="0" parTransId="{85675C84-5AF1-4F00-9095-22DA72F45C01}" sibTransId="{B3809C1B-F5CD-4B97-9C22-6A0CC7E0DFAE}"/>
    <dgm:cxn modelId="{09A79245-9E1C-4EC3-8FD1-D0D22BDDBCC2}" type="presOf" srcId="{5747FFF4-E89C-47DB-9FBC-EEB82BA29547}" destId="{93EB35B8-2419-4360-A58E-B88C19A37B0D}" srcOrd="0" destOrd="0" presId="urn:microsoft.com/office/officeart/2005/8/layout/vList2"/>
    <dgm:cxn modelId="{DD20A297-1132-4376-AABB-465AE94A9D53}" type="presOf" srcId="{B73D1B5E-B1B8-4F74-B318-BC8F1AB645B4}" destId="{E3654D90-F30C-420B-89CD-4F9E933F7138}" srcOrd="0" destOrd="0" presId="urn:microsoft.com/office/officeart/2005/8/layout/vList2"/>
    <dgm:cxn modelId="{C3E7EB22-50BD-4331-929E-2916A1467F51}" type="presParOf" srcId="{93EB35B8-2419-4360-A58E-B88C19A37B0D}" destId="{E3654D90-F30C-420B-89CD-4F9E933F713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130D045-B5C3-4A31-847B-B60181AAA477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906BD8C1-A647-446B-9B70-6B6A0A52DB94}">
      <dgm:prSet/>
      <dgm:spPr/>
      <dgm:t>
        <a:bodyPr/>
        <a:lstStyle/>
        <a:p>
          <a:r>
            <a:rPr lang="en-IN"/>
            <a:t>Technology category generated the highest sales. </a:t>
          </a:r>
        </a:p>
      </dgm:t>
    </dgm:pt>
    <dgm:pt modelId="{E7715333-D911-4E10-AF99-3B11ABBF4C76}" type="parTrans" cxnId="{CCA508D3-88D1-4556-AEE0-D2933D29F7ED}">
      <dgm:prSet/>
      <dgm:spPr/>
      <dgm:t>
        <a:bodyPr/>
        <a:lstStyle/>
        <a:p>
          <a:endParaRPr lang="en-IN"/>
        </a:p>
      </dgm:t>
    </dgm:pt>
    <dgm:pt modelId="{867850B6-007A-4F9F-A47E-76B0B4F06AB2}" type="sibTrans" cxnId="{CCA508D3-88D1-4556-AEE0-D2933D29F7ED}">
      <dgm:prSet/>
      <dgm:spPr/>
      <dgm:t>
        <a:bodyPr/>
        <a:lstStyle/>
        <a:p>
          <a:endParaRPr lang="en-IN"/>
        </a:p>
      </dgm:t>
    </dgm:pt>
    <dgm:pt modelId="{032F3A46-BFF3-4E07-BB89-99061E44112A}">
      <dgm:prSet/>
      <dgm:spPr/>
      <dgm:t>
        <a:bodyPr/>
        <a:lstStyle/>
        <a:p>
          <a:r>
            <a:rPr lang="en-IN"/>
            <a:t>West region produced the highest profit. </a:t>
          </a:r>
        </a:p>
      </dgm:t>
    </dgm:pt>
    <dgm:pt modelId="{B3F3D0D8-6DD7-4059-8B36-40E7DF6A6385}" type="parTrans" cxnId="{1813135A-1B6B-435D-A8EF-2B7568468068}">
      <dgm:prSet/>
      <dgm:spPr/>
      <dgm:t>
        <a:bodyPr/>
        <a:lstStyle/>
        <a:p>
          <a:endParaRPr lang="en-IN"/>
        </a:p>
      </dgm:t>
    </dgm:pt>
    <dgm:pt modelId="{C63E2370-97F3-45AD-8A3A-CB57F9872665}" type="sibTrans" cxnId="{1813135A-1B6B-435D-A8EF-2B7568468068}">
      <dgm:prSet/>
      <dgm:spPr/>
      <dgm:t>
        <a:bodyPr/>
        <a:lstStyle/>
        <a:p>
          <a:endParaRPr lang="en-IN"/>
        </a:p>
      </dgm:t>
    </dgm:pt>
    <dgm:pt modelId="{C8DC8162-FE49-4E4D-BEEF-C60249B73820}">
      <dgm:prSet/>
      <dgm:spPr/>
      <dgm:t>
        <a:bodyPr/>
        <a:lstStyle/>
        <a:p>
          <a:r>
            <a:rPr lang="en-IN"/>
            <a:t>Consumer segment contributed the largest sales share. </a:t>
          </a:r>
        </a:p>
      </dgm:t>
    </dgm:pt>
    <dgm:pt modelId="{A70F3F0F-5E89-4AD9-9AC6-307262A0667C}" type="parTrans" cxnId="{84314557-0376-4F17-860F-6B0C7680EAEE}">
      <dgm:prSet/>
      <dgm:spPr/>
      <dgm:t>
        <a:bodyPr/>
        <a:lstStyle/>
        <a:p>
          <a:endParaRPr lang="en-IN"/>
        </a:p>
      </dgm:t>
    </dgm:pt>
    <dgm:pt modelId="{6FA2DB85-1C03-426F-9F9D-63180CC9D9F8}" type="sibTrans" cxnId="{84314557-0376-4F17-860F-6B0C7680EAEE}">
      <dgm:prSet/>
      <dgm:spPr/>
      <dgm:t>
        <a:bodyPr/>
        <a:lstStyle/>
        <a:p>
          <a:endParaRPr lang="en-IN"/>
        </a:p>
      </dgm:t>
    </dgm:pt>
    <dgm:pt modelId="{4AE2444B-8557-4163-85D4-7533F72C1C01}">
      <dgm:prSet/>
      <dgm:spPr/>
      <dgm:t>
        <a:bodyPr/>
        <a:lstStyle/>
        <a:p>
          <a:r>
            <a:rPr lang="en-IN"/>
            <a:t>Some products had high sales but lower profitability.</a:t>
          </a:r>
        </a:p>
      </dgm:t>
    </dgm:pt>
    <dgm:pt modelId="{AB2A0659-2A80-4F3E-8E54-2AD04FEAC6B7}" type="parTrans" cxnId="{47F76504-50D4-4870-A85F-C5B5234F418D}">
      <dgm:prSet/>
      <dgm:spPr/>
      <dgm:t>
        <a:bodyPr/>
        <a:lstStyle/>
        <a:p>
          <a:endParaRPr lang="en-IN"/>
        </a:p>
      </dgm:t>
    </dgm:pt>
    <dgm:pt modelId="{31820DFF-5035-45A5-B73C-6F0A9E9CDEB7}" type="sibTrans" cxnId="{47F76504-50D4-4870-A85F-C5B5234F418D}">
      <dgm:prSet/>
      <dgm:spPr/>
      <dgm:t>
        <a:bodyPr/>
        <a:lstStyle/>
        <a:p>
          <a:endParaRPr lang="en-IN"/>
        </a:p>
      </dgm:t>
    </dgm:pt>
    <dgm:pt modelId="{70228D33-1E75-4C2F-AB29-7C3EE7844897}" type="pres">
      <dgm:prSet presAssocID="{1130D045-B5C3-4A31-847B-B60181AAA477}" presName="linearFlow" presStyleCnt="0">
        <dgm:presLayoutVars>
          <dgm:dir/>
          <dgm:resizeHandles val="exact"/>
        </dgm:presLayoutVars>
      </dgm:prSet>
      <dgm:spPr/>
    </dgm:pt>
    <dgm:pt modelId="{C9B0D531-9128-4926-B31A-A00A987C2651}" type="pres">
      <dgm:prSet presAssocID="{906BD8C1-A647-446B-9B70-6B6A0A52DB94}" presName="composite" presStyleCnt="0"/>
      <dgm:spPr/>
    </dgm:pt>
    <dgm:pt modelId="{134ACA0C-6094-4FA3-BB76-51DB42CAB64F}" type="pres">
      <dgm:prSet presAssocID="{906BD8C1-A647-446B-9B70-6B6A0A52DB94}" presName="imgShp" presStyleLbl="fgImgPlace1" presStyleIdx="0" presStyleCnt="4"/>
      <dgm:spPr/>
    </dgm:pt>
    <dgm:pt modelId="{5B71AB44-F2B5-4AD0-9048-4EEAC73E132B}" type="pres">
      <dgm:prSet presAssocID="{906BD8C1-A647-446B-9B70-6B6A0A52DB94}" presName="txShp" presStyleLbl="node1" presStyleIdx="0" presStyleCnt="4">
        <dgm:presLayoutVars>
          <dgm:bulletEnabled val="1"/>
        </dgm:presLayoutVars>
      </dgm:prSet>
      <dgm:spPr/>
    </dgm:pt>
    <dgm:pt modelId="{59C1F891-F3AB-49BC-A466-F2B98F3FE736}" type="pres">
      <dgm:prSet presAssocID="{867850B6-007A-4F9F-A47E-76B0B4F06AB2}" presName="spacing" presStyleCnt="0"/>
      <dgm:spPr/>
    </dgm:pt>
    <dgm:pt modelId="{B8A7D39D-77CF-493C-B069-C85B7E4E19D3}" type="pres">
      <dgm:prSet presAssocID="{032F3A46-BFF3-4E07-BB89-99061E44112A}" presName="composite" presStyleCnt="0"/>
      <dgm:spPr/>
    </dgm:pt>
    <dgm:pt modelId="{E22452DF-0298-4A13-9884-4D1680E6F33C}" type="pres">
      <dgm:prSet presAssocID="{032F3A46-BFF3-4E07-BB89-99061E44112A}" presName="imgShp" presStyleLbl="fgImgPlace1" presStyleIdx="1" presStyleCnt="4"/>
      <dgm:spPr/>
    </dgm:pt>
    <dgm:pt modelId="{9B0A04CB-047E-4E6E-8C7E-A78984812EAA}" type="pres">
      <dgm:prSet presAssocID="{032F3A46-BFF3-4E07-BB89-99061E44112A}" presName="txShp" presStyleLbl="node1" presStyleIdx="1" presStyleCnt="4">
        <dgm:presLayoutVars>
          <dgm:bulletEnabled val="1"/>
        </dgm:presLayoutVars>
      </dgm:prSet>
      <dgm:spPr/>
    </dgm:pt>
    <dgm:pt modelId="{9E43986D-3CA3-4EC5-863F-C23112776245}" type="pres">
      <dgm:prSet presAssocID="{C63E2370-97F3-45AD-8A3A-CB57F9872665}" presName="spacing" presStyleCnt="0"/>
      <dgm:spPr/>
    </dgm:pt>
    <dgm:pt modelId="{5D7E6B73-1D62-42AF-8C05-F75D7290F2FE}" type="pres">
      <dgm:prSet presAssocID="{C8DC8162-FE49-4E4D-BEEF-C60249B73820}" presName="composite" presStyleCnt="0"/>
      <dgm:spPr/>
    </dgm:pt>
    <dgm:pt modelId="{35140089-05FE-453F-92D2-38AF5EF7118D}" type="pres">
      <dgm:prSet presAssocID="{C8DC8162-FE49-4E4D-BEEF-C60249B73820}" presName="imgShp" presStyleLbl="fgImgPlace1" presStyleIdx="2" presStyleCnt="4"/>
      <dgm:spPr/>
    </dgm:pt>
    <dgm:pt modelId="{F2B45A93-9E2A-43CC-A778-F3F01C6523FB}" type="pres">
      <dgm:prSet presAssocID="{C8DC8162-FE49-4E4D-BEEF-C60249B73820}" presName="txShp" presStyleLbl="node1" presStyleIdx="2" presStyleCnt="4">
        <dgm:presLayoutVars>
          <dgm:bulletEnabled val="1"/>
        </dgm:presLayoutVars>
      </dgm:prSet>
      <dgm:spPr/>
    </dgm:pt>
    <dgm:pt modelId="{A48BC864-6B25-407F-B091-2F33A5889EB8}" type="pres">
      <dgm:prSet presAssocID="{6FA2DB85-1C03-426F-9F9D-63180CC9D9F8}" presName="spacing" presStyleCnt="0"/>
      <dgm:spPr/>
    </dgm:pt>
    <dgm:pt modelId="{FDD1B6BD-111B-4905-8005-FA367DE9B2A7}" type="pres">
      <dgm:prSet presAssocID="{4AE2444B-8557-4163-85D4-7533F72C1C01}" presName="composite" presStyleCnt="0"/>
      <dgm:spPr/>
    </dgm:pt>
    <dgm:pt modelId="{1A5C772F-2AF9-4DC4-A55A-3D6A967BB64A}" type="pres">
      <dgm:prSet presAssocID="{4AE2444B-8557-4163-85D4-7533F72C1C01}" presName="imgShp" presStyleLbl="fgImgPlace1" presStyleIdx="3" presStyleCnt="4"/>
      <dgm:spPr/>
    </dgm:pt>
    <dgm:pt modelId="{369393D3-05D0-4962-ADC9-0FF3078412A4}" type="pres">
      <dgm:prSet presAssocID="{4AE2444B-8557-4163-85D4-7533F72C1C01}" presName="txShp" presStyleLbl="node1" presStyleIdx="3" presStyleCnt="4">
        <dgm:presLayoutVars>
          <dgm:bulletEnabled val="1"/>
        </dgm:presLayoutVars>
      </dgm:prSet>
      <dgm:spPr/>
    </dgm:pt>
  </dgm:ptLst>
  <dgm:cxnLst>
    <dgm:cxn modelId="{47F76504-50D4-4870-A85F-C5B5234F418D}" srcId="{1130D045-B5C3-4A31-847B-B60181AAA477}" destId="{4AE2444B-8557-4163-85D4-7533F72C1C01}" srcOrd="3" destOrd="0" parTransId="{AB2A0659-2A80-4F3E-8E54-2AD04FEAC6B7}" sibTransId="{31820DFF-5035-45A5-B73C-6F0A9E9CDEB7}"/>
    <dgm:cxn modelId="{B38BCC1F-F046-450B-8687-898C800301DA}" type="presOf" srcId="{906BD8C1-A647-446B-9B70-6B6A0A52DB94}" destId="{5B71AB44-F2B5-4AD0-9048-4EEAC73E132B}" srcOrd="0" destOrd="0" presId="urn:microsoft.com/office/officeart/2005/8/layout/vList3"/>
    <dgm:cxn modelId="{58261267-EACA-4E3F-8EF1-CF3B33B2FB33}" type="presOf" srcId="{C8DC8162-FE49-4E4D-BEEF-C60249B73820}" destId="{F2B45A93-9E2A-43CC-A778-F3F01C6523FB}" srcOrd="0" destOrd="0" presId="urn:microsoft.com/office/officeart/2005/8/layout/vList3"/>
    <dgm:cxn modelId="{84314557-0376-4F17-860F-6B0C7680EAEE}" srcId="{1130D045-B5C3-4A31-847B-B60181AAA477}" destId="{C8DC8162-FE49-4E4D-BEEF-C60249B73820}" srcOrd="2" destOrd="0" parTransId="{A70F3F0F-5E89-4AD9-9AC6-307262A0667C}" sibTransId="{6FA2DB85-1C03-426F-9F9D-63180CC9D9F8}"/>
    <dgm:cxn modelId="{13EA4358-486D-4EA7-B33A-5B40AFBBF321}" type="presOf" srcId="{1130D045-B5C3-4A31-847B-B60181AAA477}" destId="{70228D33-1E75-4C2F-AB29-7C3EE7844897}" srcOrd="0" destOrd="0" presId="urn:microsoft.com/office/officeart/2005/8/layout/vList3"/>
    <dgm:cxn modelId="{1813135A-1B6B-435D-A8EF-2B7568468068}" srcId="{1130D045-B5C3-4A31-847B-B60181AAA477}" destId="{032F3A46-BFF3-4E07-BB89-99061E44112A}" srcOrd="1" destOrd="0" parTransId="{B3F3D0D8-6DD7-4059-8B36-40E7DF6A6385}" sibTransId="{C63E2370-97F3-45AD-8A3A-CB57F9872665}"/>
    <dgm:cxn modelId="{D7756592-3362-4E28-A8F7-A9330146E1F5}" type="presOf" srcId="{4AE2444B-8557-4163-85D4-7533F72C1C01}" destId="{369393D3-05D0-4962-ADC9-0FF3078412A4}" srcOrd="0" destOrd="0" presId="urn:microsoft.com/office/officeart/2005/8/layout/vList3"/>
    <dgm:cxn modelId="{CCA508D3-88D1-4556-AEE0-D2933D29F7ED}" srcId="{1130D045-B5C3-4A31-847B-B60181AAA477}" destId="{906BD8C1-A647-446B-9B70-6B6A0A52DB94}" srcOrd="0" destOrd="0" parTransId="{E7715333-D911-4E10-AF99-3B11ABBF4C76}" sibTransId="{867850B6-007A-4F9F-A47E-76B0B4F06AB2}"/>
    <dgm:cxn modelId="{9B4B8AEF-B761-49A3-8820-288B2B02A047}" type="presOf" srcId="{032F3A46-BFF3-4E07-BB89-99061E44112A}" destId="{9B0A04CB-047E-4E6E-8C7E-A78984812EAA}" srcOrd="0" destOrd="0" presId="urn:microsoft.com/office/officeart/2005/8/layout/vList3"/>
    <dgm:cxn modelId="{BC5F4310-E536-4D02-AF01-7E6E72AAE8B9}" type="presParOf" srcId="{70228D33-1E75-4C2F-AB29-7C3EE7844897}" destId="{C9B0D531-9128-4926-B31A-A00A987C2651}" srcOrd="0" destOrd="0" presId="urn:microsoft.com/office/officeart/2005/8/layout/vList3"/>
    <dgm:cxn modelId="{E18F9799-B07D-4C6F-B429-3860D73ADF48}" type="presParOf" srcId="{C9B0D531-9128-4926-B31A-A00A987C2651}" destId="{134ACA0C-6094-4FA3-BB76-51DB42CAB64F}" srcOrd="0" destOrd="0" presId="urn:microsoft.com/office/officeart/2005/8/layout/vList3"/>
    <dgm:cxn modelId="{8C366164-027C-403F-B8C0-1A71DD0148C1}" type="presParOf" srcId="{C9B0D531-9128-4926-B31A-A00A987C2651}" destId="{5B71AB44-F2B5-4AD0-9048-4EEAC73E132B}" srcOrd="1" destOrd="0" presId="urn:microsoft.com/office/officeart/2005/8/layout/vList3"/>
    <dgm:cxn modelId="{BCAA01D0-9810-434F-A85F-8342F0450176}" type="presParOf" srcId="{70228D33-1E75-4C2F-AB29-7C3EE7844897}" destId="{59C1F891-F3AB-49BC-A466-F2B98F3FE736}" srcOrd="1" destOrd="0" presId="urn:microsoft.com/office/officeart/2005/8/layout/vList3"/>
    <dgm:cxn modelId="{D366325B-7A60-4FC8-9433-62A6255901C2}" type="presParOf" srcId="{70228D33-1E75-4C2F-AB29-7C3EE7844897}" destId="{B8A7D39D-77CF-493C-B069-C85B7E4E19D3}" srcOrd="2" destOrd="0" presId="urn:microsoft.com/office/officeart/2005/8/layout/vList3"/>
    <dgm:cxn modelId="{0B019C71-2A8E-4190-A3FE-143E8572DC0B}" type="presParOf" srcId="{B8A7D39D-77CF-493C-B069-C85B7E4E19D3}" destId="{E22452DF-0298-4A13-9884-4D1680E6F33C}" srcOrd="0" destOrd="0" presId="urn:microsoft.com/office/officeart/2005/8/layout/vList3"/>
    <dgm:cxn modelId="{9800A5AF-3D7E-4EC9-A0D1-BDEA0DC44B0B}" type="presParOf" srcId="{B8A7D39D-77CF-493C-B069-C85B7E4E19D3}" destId="{9B0A04CB-047E-4E6E-8C7E-A78984812EAA}" srcOrd="1" destOrd="0" presId="urn:microsoft.com/office/officeart/2005/8/layout/vList3"/>
    <dgm:cxn modelId="{6F8A5BBF-FE8D-43D3-AD40-C79616490C3A}" type="presParOf" srcId="{70228D33-1E75-4C2F-AB29-7C3EE7844897}" destId="{9E43986D-3CA3-4EC5-863F-C23112776245}" srcOrd="3" destOrd="0" presId="urn:microsoft.com/office/officeart/2005/8/layout/vList3"/>
    <dgm:cxn modelId="{FAFBD315-A885-41A0-B82B-4592B5FF207C}" type="presParOf" srcId="{70228D33-1E75-4C2F-AB29-7C3EE7844897}" destId="{5D7E6B73-1D62-42AF-8C05-F75D7290F2FE}" srcOrd="4" destOrd="0" presId="urn:microsoft.com/office/officeart/2005/8/layout/vList3"/>
    <dgm:cxn modelId="{CFE89ED3-DC76-4764-B39B-2CDB1648D163}" type="presParOf" srcId="{5D7E6B73-1D62-42AF-8C05-F75D7290F2FE}" destId="{35140089-05FE-453F-92D2-38AF5EF7118D}" srcOrd="0" destOrd="0" presId="urn:microsoft.com/office/officeart/2005/8/layout/vList3"/>
    <dgm:cxn modelId="{0BAA566B-F6BA-4AB5-98B8-B1CE18DE7966}" type="presParOf" srcId="{5D7E6B73-1D62-42AF-8C05-F75D7290F2FE}" destId="{F2B45A93-9E2A-43CC-A778-F3F01C6523FB}" srcOrd="1" destOrd="0" presId="urn:microsoft.com/office/officeart/2005/8/layout/vList3"/>
    <dgm:cxn modelId="{F28629D0-2639-4882-908B-7E6879242733}" type="presParOf" srcId="{70228D33-1E75-4C2F-AB29-7C3EE7844897}" destId="{A48BC864-6B25-407F-B091-2F33A5889EB8}" srcOrd="5" destOrd="0" presId="urn:microsoft.com/office/officeart/2005/8/layout/vList3"/>
    <dgm:cxn modelId="{28D97208-FC1E-4974-B594-07C41B25D794}" type="presParOf" srcId="{70228D33-1E75-4C2F-AB29-7C3EE7844897}" destId="{FDD1B6BD-111B-4905-8005-FA367DE9B2A7}" srcOrd="6" destOrd="0" presId="urn:microsoft.com/office/officeart/2005/8/layout/vList3"/>
    <dgm:cxn modelId="{FE744E57-DC70-4310-9C16-2D583C55EB0C}" type="presParOf" srcId="{FDD1B6BD-111B-4905-8005-FA367DE9B2A7}" destId="{1A5C772F-2AF9-4DC4-A55A-3D6A967BB64A}" srcOrd="0" destOrd="0" presId="urn:microsoft.com/office/officeart/2005/8/layout/vList3"/>
    <dgm:cxn modelId="{70C245B8-5B29-4C8A-8F0C-7264ECCC726E}" type="presParOf" srcId="{FDD1B6BD-111B-4905-8005-FA367DE9B2A7}" destId="{369393D3-05D0-4962-ADC9-0FF3078412A4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3CE8824-0812-438D-8649-46177E3281DE}" type="doc">
      <dgm:prSet loTypeId="urn:microsoft.com/office/officeart/2005/8/layout/target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73A8431E-2404-4D35-B8BE-36D5FAA30984}">
      <dgm:prSet/>
      <dgm:spPr/>
      <dgm:t>
        <a:bodyPr/>
        <a:lstStyle/>
        <a:p>
          <a:r>
            <a:rPr lang="en-IN" b="1"/>
            <a:t>Recommendations</a:t>
          </a:r>
          <a:endParaRPr lang="en-IN"/>
        </a:p>
      </dgm:t>
    </dgm:pt>
    <dgm:pt modelId="{8897F7A6-983B-4760-AEF8-9B97B10ABFA3}" type="parTrans" cxnId="{412F67A5-936F-417D-AFC2-E70739EE0620}">
      <dgm:prSet/>
      <dgm:spPr/>
      <dgm:t>
        <a:bodyPr/>
        <a:lstStyle/>
        <a:p>
          <a:endParaRPr lang="en-IN"/>
        </a:p>
      </dgm:t>
    </dgm:pt>
    <dgm:pt modelId="{4993F84F-8E9D-40D2-8A0F-098BA0D0D443}" type="sibTrans" cxnId="{412F67A5-936F-417D-AFC2-E70739EE0620}">
      <dgm:prSet/>
      <dgm:spPr/>
      <dgm:t>
        <a:bodyPr/>
        <a:lstStyle/>
        <a:p>
          <a:endParaRPr lang="en-IN"/>
        </a:p>
      </dgm:t>
    </dgm:pt>
    <dgm:pt modelId="{052335F7-61C8-4545-903B-4FFCA7CE74C2}">
      <dgm:prSet/>
      <dgm:spPr/>
      <dgm:t>
        <a:bodyPr/>
        <a:lstStyle/>
        <a:p>
          <a:r>
            <a:rPr lang="en-IN"/>
            <a:t>Incase marketing for high-performing categories. </a:t>
          </a:r>
        </a:p>
      </dgm:t>
    </dgm:pt>
    <dgm:pt modelId="{C68BEB3D-6B79-47E6-AA1E-5EB2CBCCC0AE}" type="parTrans" cxnId="{1041CA7A-83F6-4C83-9DBD-B14F6BB5E908}">
      <dgm:prSet/>
      <dgm:spPr/>
      <dgm:t>
        <a:bodyPr/>
        <a:lstStyle/>
        <a:p>
          <a:endParaRPr lang="en-IN"/>
        </a:p>
      </dgm:t>
    </dgm:pt>
    <dgm:pt modelId="{DBD1A8CF-9E66-47A3-BDAB-541855FA4600}" type="sibTrans" cxnId="{1041CA7A-83F6-4C83-9DBD-B14F6BB5E908}">
      <dgm:prSet/>
      <dgm:spPr/>
      <dgm:t>
        <a:bodyPr/>
        <a:lstStyle/>
        <a:p>
          <a:endParaRPr lang="en-IN"/>
        </a:p>
      </dgm:t>
    </dgm:pt>
    <dgm:pt modelId="{D14371D2-96DA-4481-821E-DFF141634543}">
      <dgm:prSet/>
      <dgm:spPr/>
      <dgm:t>
        <a:bodyPr/>
        <a:lstStyle/>
        <a:p>
          <a:r>
            <a:rPr lang="en-IN"/>
            <a:t>Improve profitability of low-margin products. </a:t>
          </a:r>
        </a:p>
      </dgm:t>
    </dgm:pt>
    <dgm:pt modelId="{7059AE32-9375-465E-8E7C-1F414A282D4F}" type="parTrans" cxnId="{08BCEDB8-CF35-4616-AE2B-F47345454976}">
      <dgm:prSet/>
      <dgm:spPr/>
      <dgm:t>
        <a:bodyPr/>
        <a:lstStyle/>
        <a:p>
          <a:endParaRPr lang="en-IN"/>
        </a:p>
      </dgm:t>
    </dgm:pt>
    <dgm:pt modelId="{9BF0E009-2ABA-49AD-AD7E-44BD0B883553}" type="sibTrans" cxnId="{08BCEDB8-CF35-4616-AE2B-F47345454976}">
      <dgm:prSet/>
      <dgm:spPr/>
      <dgm:t>
        <a:bodyPr/>
        <a:lstStyle/>
        <a:p>
          <a:endParaRPr lang="en-IN"/>
        </a:p>
      </dgm:t>
    </dgm:pt>
    <dgm:pt modelId="{33C60E72-D879-419E-82C8-BAD0E66F3E5D}">
      <dgm:prSet/>
      <dgm:spPr/>
      <dgm:t>
        <a:bodyPr/>
        <a:lstStyle/>
        <a:p>
          <a:r>
            <a:rPr lang="en-IN"/>
            <a:t>Expand successful regional strategies. </a:t>
          </a:r>
        </a:p>
      </dgm:t>
    </dgm:pt>
    <dgm:pt modelId="{C20CA1C4-E9B8-4C3A-9CC2-031115EB5327}" type="parTrans" cxnId="{7F5F4DBC-0D3B-4D19-A9F8-EE19C4290DEC}">
      <dgm:prSet/>
      <dgm:spPr/>
      <dgm:t>
        <a:bodyPr/>
        <a:lstStyle/>
        <a:p>
          <a:endParaRPr lang="en-IN"/>
        </a:p>
      </dgm:t>
    </dgm:pt>
    <dgm:pt modelId="{7285F648-83B4-40CE-8E47-3DDA69CFEA78}" type="sibTrans" cxnId="{7F5F4DBC-0D3B-4D19-A9F8-EE19C4290DEC}">
      <dgm:prSet/>
      <dgm:spPr/>
      <dgm:t>
        <a:bodyPr/>
        <a:lstStyle/>
        <a:p>
          <a:endParaRPr lang="en-IN"/>
        </a:p>
      </dgm:t>
    </dgm:pt>
    <dgm:pt modelId="{2415892D-1CAC-41A9-86CB-699EB2423ED6}">
      <dgm:prSet/>
      <dgm:spPr/>
      <dgm:t>
        <a:bodyPr/>
        <a:lstStyle/>
        <a:p>
          <a:r>
            <a:rPr lang="en-IN"/>
            <a:t>Optimize inventory management. </a:t>
          </a:r>
        </a:p>
      </dgm:t>
    </dgm:pt>
    <dgm:pt modelId="{E7EEAFBA-F3BA-4198-BA88-EB81630169C5}" type="parTrans" cxnId="{903C76C1-E337-4DD1-9ECF-D44B2287A28F}">
      <dgm:prSet/>
      <dgm:spPr/>
      <dgm:t>
        <a:bodyPr/>
        <a:lstStyle/>
        <a:p>
          <a:endParaRPr lang="en-IN"/>
        </a:p>
      </dgm:t>
    </dgm:pt>
    <dgm:pt modelId="{5FADA30E-9230-48B4-9C3C-BAE7A3970EF5}" type="sibTrans" cxnId="{903C76C1-E337-4DD1-9ECF-D44B2287A28F}">
      <dgm:prSet/>
      <dgm:spPr/>
      <dgm:t>
        <a:bodyPr/>
        <a:lstStyle/>
        <a:p>
          <a:endParaRPr lang="en-IN"/>
        </a:p>
      </dgm:t>
    </dgm:pt>
    <dgm:pt modelId="{A0783EB5-F343-4B0D-90DD-E9AB02458E8A}">
      <dgm:prSet/>
      <dgm:spPr/>
    </dgm:pt>
    <dgm:pt modelId="{D0F239FB-6815-46FF-BAA4-843D4429BE33}" type="parTrans" cxnId="{66465D10-99C7-4FC4-A23A-9D85FD8F6AB9}">
      <dgm:prSet/>
      <dgm:spPr/>
      <dgm:t>
        <a:bodyPr/>
        <a:lstStyle/>
        <a:p>
          <a:endParaRPr lang="en-IN"/>
        </a:p>
      </dgm:t>
    </dgm:pt>
    <dgm:pt modelId="{CF354515-4E8B-4A11-A441-CCF9E8FA3F60}" type="sibTrans" cxnId="{66465D10-99C7-4FC4-A23A-9D85FD8F6AB9}">
      <dgm:prSet/>
      <dgm:spPr/>
      <dgm:t>
        <a:bodyPr/>
        <a:lstStyle/>
        <a:p>
          <a:endParaRPr lang="en-IN"/>
        </a:p>
      </dgm:t>
    </dgm:pt>
    <dgm:pt modelId="{12DB9C20-B7EE-449B-A98B-B8C014D2BAAF}">
      <dgm:prSet/>
      <dgm:spPr/>
    </dgm:pt>
    <dgm:pt modelId="{56015CBB-4D4C-4AA6-896E-557748EC57C7}" type="parTrans" cxnId="{D69519BB-45A8-44EA-A90F-6DD1AC827CD8}">
      <dgm:prSet/>
      <dgm:spPr/>
      <dgm:t>
        <a:bodyPr/>
        <a:lstStyle/>
        <a:p>
          <a:endParaRPr lang="en-IN"/>
        </a:p>
      </dgm:t>
    </dgm:pt>
    <dgm:pt modelId="{ACFF6434-01A5-4816-83E6-F884B18ECC82}" type="sibTrans" cxnId="{D69519BB-45A8-44EA-A90F-6DD1AC827CD8}">
      <dgm:prSet/>
      <dgm:spPr/>
      <dgm:t>
        <a:bodyPr/>
        <a:lstStyle/>
        <a:p>
          <a:endParaRPr lang="en-IN"/>
        </a:p>
      </dgm:t>
    </dgm:pt>
    <dgm:pt modelId="{80D826B6-C8A0-4201-ABAA-5E5E4BAC706E}" type="pres">
      <dgm:prSet presAssocID="{A3CE8824-0812-438D-8649-46177E3281DE}" presName="composite" presStyleCnt="0">
        <dgm:presLayoutVars>
          <dgm:chMax val="5"/>
          <dgm:dir/>
          <dgm:resizeHandles val="exact"/>
        </dgm:presLayoutVars>
      </dgm:prSet>
      <dgm:spPr/>
    </dgm:pt>
    <dgm:pt modelId="{BA7A983F-A1E9-41B0-B8BD-0A101856D416}" type="pres">
      <dgm:prSet presAssocID="{73A8431E-2404-4D35-B8BE-36D5FAA30984}" presName="circle1" presStyleLbl="lnNode1" presStyleIdx="0" presStyleCnt="5"/>
      <dgm:spPr/>
    </dgm:pt>
    <dgm:pt modelId="{D3CD41A9-F18F-4F78-B44A-3C660C5ABA8B}" type="pres">
      <dgm:prSet presAssocID="{73A8431E-2404-4D35-B8BE-36D5FAA30984}" presName="text1" presStyleLbl="revTx" presStyleIdx="0" presStyleCnt="5">
        <dgm:presLayoutVars>
          <dgm:bulletEnabled val="1"/>
        </dgm:presLayoutVars>
      </dgm:prSet>
      <dgm:spPr/>
    </dgm:pt>
    <dgm:pt modelId="{C695845A-7C3A-4308-943E-760B5CFBDAA9}" type="pres">
      <dgm:prSet presAssocID="{73A8431E-2404-4D35-B8BE-36D5FAA30984}" presName="line1" presStyleLbl="callout" presStyleIdx="0" presStyleCnt="10"/>
      <dgm:spPr/>
    </dgm:pt>
    <dgm:pt modelId="{96E8FC16-0399-4A4C-8BFF-EA6D4648D87F}" type="pres">
      <dgm:prSet presAssocID="{73A8431E-2404-4D35-B8BE-36D5FAA30984}" presName="d1" presStyleLbl="callout" presStyleIdx="1" presStyleCnt="10"/>
      <dgm:spPr/>
    </dgm:pt>
    <dgm:pt modelId="{1A2D388D-B8C4-49A5-855F-3115E58E1962}" type="pres">
      <dgm:prSet presAssocID="{052335F7-61C8-4545-903B-4FFCA7CE74C2}" presName="circle2" presStyleLbl="lnNode1" presStyleIdx="1" presStyleCnt="5"/>
      <dgm:spPr/>
    </dgm:pt>
    <dgm:pt modelId="{CCF4FE0D-A3DD-4706-8AE7-55D8F0473DDC}" type="pres">
      <dgm:prSet presAssocID="{052335F7-61C8-4545-903B-4FFCA7CE74C2}" presName="text2" presStyleLbl="revTx" presStyleIdx="1" presStyleCnt="5">
        <dgm:presLayoutVars>
          <dgm:bulletEnabled val="1"/>
        </dgm:presLayoutVars>
      </dgm:prSet>
      <dgm:spPr/>
    </dgm:pt>
    <dgm:pt modelId="{FB4D1482-E47E-485A-9F20-53B8CBEA5323}" type="pres">
      <dgm:prSet presAssocID="{052335F7-61C8-4545-903B-4FFCA7CE74C2}" presName="line2" presStyleLbl="callout" presStyleIdx="2" presStyleCnt="10"/>
      <dgm:spPr/>
    </dgm:pt>
    <dgm:pt modelId="{A724DAD3-8D6B-4655-B9E6-B6283FE5CF94}" type="pres">
      <dgm:prSet presAssocID="{052335F7-61C8-4545-903B-4FFCA7CE74C2}" presName="d2" presStyleLbl="callout" presStyleIdx="3" presStyleCnt="10"/>
      <dgm:spPr/>
    </dgm:pt>
    <dgm:pt modelId="{25D4DF43-372F-437D-9E59-577EEFF430FC}" type="pres">
      <dgm:prSet presAssocID="{D14371D2-96DA-4481-821E-DFF141634543}" presName="circle3" presStyleLbl="lnNode1" presStyleIdx="2" presStyleCnt="5"/>
      <dgm:spPr/>
    </dgm:pt>
    <dgm:pt modelId="{C7D36183-4787-4F63-99E8-0EEC3409E7AD}" type="pres">
      <dgm:prSet presAssocID="{D14371D2-96DA-4481-821E-DFF141634543}" presName="text3" presStyleLbl="revTx" presStyleIdx="2" presStyleCnt="5">
        <dgm:presLayoutVars>
          <dgm:bulletEnabled val="1"/>
        </dgm:presLayoutVars>
      </dgm:prSet>
      <dgm:spPr/>
    </dgm:pt>
    <dgm:pt modelId="{D35B3C3F-D604-4FBC-8E94-CC62695397CA}" type="pres">
      <dgm:prSet presAssocID="{D14371D2-96DA-4481-821E-DFF141634543}" presName="line3" presStyleLbl="callout" presStyleIdx="4" presStyleCnt="10"/>
      <dgm:spPr/>
    </dgm:pt>
    <dgm:pt modelId="{9A826428-9422-43B8-8091-BAD7EB7F6ECF}" type="pres">
      <dgm:prSet presAssocID="{D14371D2-96DA-4481-821E-DFF141634543}" presName="d3" presStyleLbl="callout" presStyleIdx="5" presStyleCnt="10"/>
      <dgm:spPr/>
    </dgm:pt>
    <dgm:pt modelId="{CBEDB0B5-F813-48C4-B1D8-E39D517CE4E8}" type="pres">
      <dgm:prSet presAssocID="{33C60E72-D879-419E-82C8-BAD0E66F3E5D}" presName="circle4" presStyleLbl="lnNode1" presStyleIdx="3" presStyleCnt="5"/>
      <dgm:spPr/>
    </dgm:pt>
    <dgm:pt modelId="{FDD709E5-8002-4C21-AA2A-1E66907C06BF}" type="pres">
      <dgm:prSet presAssocID="{33C60E72-D879-419E-82C8-BAD0E66F3E5D}" presName="text4" presStyleLbl="revTx" presStyleIdx="3" presStyleCnt="5">
        <dgm:presLayoutVars>
          <dgm:bulletEnabled val="1"/>
        </dgm:presLayoutVars>
      </dgm:prSet>
      <dgm:spPr/>
    </dgm:pt>
    <dgm:pt modelId="{964BE535-35A8-4F1C-8D96-5DAB70855F65}" type="pres">
      <dgm:prSet presAssocID="{33C60E72-D879-419E-82C8-BAD0E66F3E5D}" presName="line4" presStyleLbl="callout" presStyleIdx="6" presStyleCnt="10"/>
      <dgm:spPr/>
    </dgm:pt>
    <dgm:pt modelId="{34492277-739E-48B6-A528-6B7959B077BA}" type="pres">
      <dgm:prSet presAssocID="{33C60E72-D879-419E-82C8-BAD0E66F3E5D}" presName="d4" presStyleLbl="callout" presStyleIdx="7" presStyleCnt="10"/>
      <dgm:spPr/>
    </dgm:pt>
    <dgm:pt modelId="{5F7DBE84-1574-472B-A013-488FC56087A3}" type="pres">
      <dgm:prSet presAssocID="{2415892D-1CAC-41A9-86CB-699EB2423ED6}" presName="circle5" presStyleLbl="lnNode1" presStyleIdx="4" presStyleCnt="5"/>
      <dgm:spPr/>
    </dgm:pt>
    <dgm:pt modelId="{6A98886A-435B-4196-9E04-80C01CF0A6DB}" type="pres">
      <dgm:prSet presAssocID="{2415892D-1CAC-41A9-86CB-699EB2423ED6}" presName="text5" presStyleLbl="revTx" presStyleIdx="4" presStyleCnt="5">
        <dgm:presLayoutVars>
          <dgm:bulletEnabled val="1"/>
        </dgm:presLayoutVars>
      </dgm:prSet>
      <dgm:spPr/>
    </dgm:pt>
    <dgm:pt modelId="{F2EEF182-F050-4966-A37A-50969D20E396}" type="pres">
      <dgm:prSet presAssocID="{2415892D-1CAC-41A9-86CB-699EB2423ED6}" presName="line5" presStyleLbl="callout" presStyleIdx="8" presStyleCnt="10"/>
      <dgm:spPr/>
    </dgm:pt>
    <dgm:pt modelId="{A16931C7-5503-4D66-8065-E83C83C753DA}" type="pres">
      <dgm:prSet presAssocID="{2415892D-1CAC-41A9-86CB-699EB2423ED6}" presName="d5" presStyleLbl="callout" presStyleIdx="9" presStyleCnt="10"/>
      <dgm:spPr/>
    </dgm:pt>
  </dgm:ptLst>
  <dgm:cxnLst>
    <dgm:cxn modelId="{66465D10-99C7-4FC4-A23A-9D85FD8F6AB9}" srcId="{A3CE8824-0812-438D-8649-46177E3281DE}" destId="{A0783EB5-F343-4B0D-90DD-E9AB02458E8A}" srcOrd="5" destOrd="0" parTransId="{D0F239FB-6815-46FF-BAA4-843D4429BE33}" sibTransId="{CF354515-4E8B-4A11-A441-CCF9E8FA3F60}"/>
    <dgm:cxn modelId="{E4091029-1AB1-4641-9069-37DACE3E9778}" type="presOf" srcId="{052335F7-61C8-4545-903B-4FFCA7CE74C2}" destId="{CCF4FE0D-A3DD-4706-8AE7-55D8F0473DDC}" srcOrd="0" destOrd="0" presId="urn:microsoft.com/office/officeart/2005/8/layout/target1"/>
    <dgm:cxn modelId="{1F0F8F3E-3586-4A5B-AF90-63FC634B2CB6}" type="presOf" srcId="{2415892D-1CAC-41A9-86CB-699EB2423ED6}" destId="{6A98886A-435B-4196-9E04-80C01CF0A6DB}" srcOrd="0" destOrd="0" presId="urn:microsoft.com/office/officeart/2005/8/layout/target1"/>
    <dgm:cxn modelId="{1041CA7A-83F6-4C83-9DBD-B14F6BB5E908}" srcId="{A3CE8824-0812-438D-8649-46177E3281DE}" destId="{052335F7-61C8-4545-903B-4FFCA7CE74C2}" srcOrd="1" destOrd="0" parTransId="{C68BEB3D-6B79-47E6-AA1E-5EB2CBCCC0AE}" sibTransId="{DBD1A8CF-9E66-47A3-BDAB-541855FA4600}"/>
    <dgm:cxn modelId="{412F67A5-936F-417D-AFC2-E70739EE0620}" srcId="{A3CE8824-0812-438D-8649-46177E3281DE}" destId="{73A8431E-2404-4D35-B8BE-36D5FAA30984}" srcOrd="0" destOrd="0" parTransId="{8897F7A6-983B-4760-AEF8-9B97B10ABFA3}" sibTransId="{4993F84F-8E9D-40D2-8A0F-098BA0D0D443}"/>
    <dgm:cxn modelId="{1DE041AB-7342-435A-8030-5BEE7018E64A}" type="presOf" srcId="{A3CE8824-0812-438D-8649-46177E3281DE}" destId="{80D826B6-C8A0-4201-ABAA-5E5E4BAC706E}" srcOrd="0" destOrd="0" presId="urn:microsoft.com/office/officeart/2005/8/layout/target1"/>
    <dgm:cxn modelId="{8EEC43B8-ED4E-4FBF-8503-02C0683115F2}" type="presOf" srcId="{D14371D2-96DA-4481-821E-DFF141634543}" destId="{C7D36183-4787-4F63-99E8-0EEC3409E7AD}" srcOrd="0" destOrd="0" presId="urn:microsoft.com/office/officeart/2005/8/layout/target1"/>
    <dgm:cxn modelId="{08BCEDB8-CF35-4616-AE2B-F47345454976}" srcId="{A3CE8824-0812-438D-8649-46177E3281DE}" destId="{D14371D2-96DA-4481-821E-DFF141634543}" srcOrd="2" destOrd="0" parTransId="{7059AE32-9375-465E-8E7C-1F414A282D4F}" sibTransId="{9BF0E009-2ABA-49AD-AD7E-44BD0B883553}"/>
    <dgm:cxn modelId="{D69519BB-45A8-44EA-A90F-6DD1AC827CD8}" srcId="{A3CE8824-0812-438D-8649-46177E3281DE}" destId="{12DB9C20-B7EE-449B-A98B-B8C014D2BAAF}" srcOrd="6" destOrd="0" parTransId="{56015CBB-4D4C-4AA6-896E-557748EC57C7}" sibTransId="{ACFF6434-01A5-4816-83E6-F884B18ECC82}"/>
    <dgm:cxn modelId="{7F5F4DBC-0D3B-4D19-A9F8-EE19C4290DEC}" srcId="{A3CE8824-0812-438D-8649-46177E3281DE}" destId="{33C60E72-D879-419E-82C8-BAD0E66F3E5D}" srcOrd="3" destOrd="0" parTransId="{C20CA1C4-E9B8-4C3A-9CC2-031115EB5327}" sibTransId="{7285F648-83B4-40CE-8E47-3DDA69CFEA78}"/>
    <dgm:cxn modelId="{903C76C1-E337-4DD1-9ECF-D44B2287A28F}" srcId="{A3CE8824-0812-438D-8649-46177E3281DE}" destId="{2415892D-1CAC-41A9-86CB-699EB2423ED6}" srcOrd="4" destOrd="0" parTransId="{E7EEAFBA-F3BA-4198-BA88-EB81630169C5}" sibTransId="{5FADA30E-9230-48B4-9C3C-BAE7A3970EF5}"/>
    <dgm:cxn modelId="{19B4FFC1-8C0E-42C1-BECA-F1E9E4FBACD1}" type="presOf" srcId="{73A8431E-2404-4D35-B8BE-36D5FAA30984}" destId="{D3CD41A9-F18F-4F78-B44A-3C660C5ABA8B}" srcOrd="0" destOrd="0" presId="urn:microsoft.com/office/officeart/2005/8/layout/target1"/>
    <dgm:cxn modelId="{13F41FE1-CF14-4FA2-84FE-E43186980B37}" type="presOf" srcId="{33C60E72-D879-419E-82C8-BAD0E66F3E5D}" destId="{FDD709E5-8002-4C21-AA2A-1E66907C06BF}" srcOrd="0" destOrd="0" presId="urn:microsoft.com/office/officeart/2005/8/layout/target1"/>
    <dgm:cxn modelId="{FC6B22A0-FFE9-4F55-92DD-23EA58248A72}" type="presParOf" srcId="{80D826B6-C8A0-4201-ABAA-5E5E4BAC706E}" destId="{BA7A983F-A1E9-41B0-B8BD-0A101856D416}" srcOrd="0" destOrd="0" presId="urn:microsoft.com/office/officeart/2005/8/layout/target1"/>
    <dgm:cxn modelId="{0454DD6A-4D2A-4B0F-B006-0E77414FFA09}" type="presParOf" srcId="{80D826B6-C8A0-4201-ABAA-5E5E4BAC706E}" destId="{D3CD41A9-F18F-4F78-B44A-3C660C5ABA8B}" srcOrd="1" destOrd="0" presId="urn:microsoft.com/office/officeart/2005/8/layout/target1"/>
    <dgm:cxn modelId="{8D2D0F88-A2C0-4DBF-8F42-ED15474915B8}" type="presParOf" srcId="{80D826B6-C8A0-4201-ABAA-5E5E4BAC706E}" destId="{C695845A-7C3A-4308-943E-760B5CFBDAA9}" srcOrd="2" destOrd="0" presId="urn:microsoft.com/office/officeart/2005/8/layout/target1"/>
    <dgm:cxn modelId="{7B3B94DC-37A1-4D65-922F-81FCBA79182F}" type="presParOf" srcId="{80D826B6-C8A0-4201-ABAA-5E5E4BAC706E}" destId="{96E8FC16-0399-4A4C-8BFF-EA6D4648D87F}" srcOrd="3" destOrd="0" presId="urn:microsoft.com/office/officeart/2005/8/layout/target1"/>
    <dgm:cxn modelId="{92F4BB52-8367-4F01-BF4F-A4089EBA1DAA}" type="presParOf" srcId="{80D826B6-C8A0-4201-ABAA-5E5E4BAC706E}" destId="{1A2D388D-B8C4-49A5-855F-3115E58E1962}" srcOrd="4" destOrd="0" presId="urn:microsoft.com/office/officeart/2005/8/layout/target1"/>
    <dgm:cxn modelId="{40EAFA0D-FF31-4965-8ADA-8B63140D4371}" type="presParOf" srcId="{80D826B6-C8A0-4201-ABAA-5E5E4BAC706E}" destId="{CCF4FE0D-A3DD-4706-8AE7-55D8F0473DDC}" srcOrd="5" destOrd="0" presId="urn:microsoft.com/office/officeart/2005/8/layout/target1"/>
    <dgm:cxn modelId="{9B234116-D3C3-42B7-885A-61DBF4133373}" type="presParOf" srcId="{80D826B6-C8A0-4201-ABAA-5E5E4BAC706E}" destId="{FB4D1482-E47E-485A-9F20-53B8CBEA5323}" srcOrd="6" destOrd="0" presId="urn:microsoft.com/office/officeart/2005/8/layout/target1"/>
    <dgm:cxn modelId="{5FB68772-7F7D-4007-A523-ED2D0A2D512D}" type="presParOf" srcId="{80D826B6-C8A0-4201-ABAA-5E5E4BAC706E}" destId="{A724DAD3-8D6B-4655-B9E6-B6283FE5CF94}" srcOrd="7" destOrd="0" presId="urn:microsoft.com/office/officeart/2005/8/layout/target1"/>
    <dgm:cxn modelId="{AAEF7CE3-28E8-4F3F-8344-FB8E0A26B508}" type="presParOf" srcId="{80D826B6-C8A0-4201-ABAA-5E5E4BAC706E}" destId="{25D4DF43-372F-437D-9E59-577EEFF430FC}" srcOrd="8" destOrd="0" presId="urn:microsoft.com/office/officeart/2005/8/layout/target1"/>
    <dgm:cxn modelId="{CB543BC0-B200-455B-BEFE-72418D10D12C}" type="presParOf" srcId="{80D826B6-C8A0-4201-ABAA-5E5E4BAC706E}" destId="{C7D36183-4787-4F63-99E8-0EEC3409E7AD}" srcOrd="9" destOrd="0" presId="urn:microsoft.com/office/officeart/2005/8/layout/target1"/>
    <dgm:cxn modelId="{0696B2BB-53CB-4DB4-BD22-B75CB652DB0D}" type="presParOf" srcId="{80D826B6-C8A0-4201-ABAA-5E5E4BAC706E}" destId="{D35B3C3F-D604-4FBC-8E94-CC62695397CA}" srcOrd="10" destOrd="0" presId="urn:microsoft.com/office/officeart/2005/8/layout/target1"/>
    <dgm:cxn modelId="{E09E0B88-1091-45F3-A498-BA0248DE081E}" type="presParOf" srcId="{80D826B6-C8A0-4201-ABAA-5E5E4BAC706E}" destId="{9A826428-9422-43B8-8091-BAD7EB7F6ECF}" srcOrd="11" destOrd="0" presId="urn:microsoft.com/office/officeart/2005/8/layout/target1"/>
    <dgm:cxn modelId="{AD4A79B3-25BD-4D56-8271-D52D8084033B}" type="presParOf" srcId="{80D826B6-C8A0-4201-ABAA-5E5E4BAC706E}" destId="{CBEDB0B5-F813-48C4-B1D8-E39D517CE4E8}" srcOrd="12" destOrd="0" presId="urn:microsoft.com/office/officeart/2005/8/layout/target1"/>
    <dgm:cxn modelId="{3DBF5BD6-48E6-4B33-B080-B9B2CED1AEB4}" type="presParOf" srcId="{80D826B6-C8A0-4201-ABAA-5E5E4BAC706E}" destId="{FDD709E5-8002-4C21-AA2A-1E66907C06BF}" srcOrd="13" destOrd="0" presId="urn:microsoft.com/office/officeart/2005/8/layout/target1"/>
    <dgm:cxn modelId="{3569A6B5-8B57-4F16-BF3F-294155F17349}" type="presParOf" srcId="{80D826B6-C8A0-4201-ABAA-5E5E4BAC706E}" destId="{964BE535-35A8-4F1C-8D96-5DAB70855F65}" srcOrd="14" destOrd="0" presId="urn:microsoft.com/office/officeart/2005/8/layout/target1"/>
    <dgm:cxn modelId="{3F5EC039-6042-4AEC-94AD-8480EB71CE7A}" type="presParOf" srcId="{80D826B6-C8A0-4201-ABAA-5E5E4BAC706E}" destId="{34492277-739E-48B6-A528-6B7959B077BA}" srcOrd="15" destOrd="0" presId="urn:microsoft.com/office/officeart/2005/8/layout/target1"/>
    <dgm:cxn modelId="{BCC14266-35D9-470C-B9F9-2FA323DED980}" type="presParOf" srcId="{80D826B6-C8A0-4201-ABAA-5E5E4BAC706E}" destId="{5F7DBE84-1574-472B-A013-488FC56087A3}" srcOrd="16" destOrd="0" presId="urn:microsoft.com/office/officeart/2005/8/layout/target1"/>
    <dgm:cxn modelId="{93EC6AC5-E478-48E0-B22D-05702C5A6C6B}" type="presParOf" srcId="{80D826B6-C8A0-4201-ABAA-5E5E4BAC706E}" destId="{6A98886A-435B-4196-9E04-80C01CF0A6DB}" srcOrd="17" destOrd="0" presId="urn:microsoft.com/office/officeart/2005/8/layout/target1"/>
    <dgm:cxn modelId="{B0622FCF-E9D4-41AD-8C6E-54A0BFE26622}" type="presParOf" srcId="{80D826B6-C8A0-4201-ABAA-5E5E4BAC706E}" destId="{F2EEF182-F050-4966-A37A-50969D20E396}" srcOrd="18" destOrd="0" presId="urn:microsoft.com/office/officeart/2005/8/layout/target1"/>
    <dgm:cxn modelId="{FD5F4170-391E-4F1D-BA6B-AE13FA22B8EE}" type="presParOf" srcId="{80D826B6-C8A0-4201-ABAA-5E5E4BAC706E}" destId="{A16931C7-5503-4D66-8065-E83C83C753DA}" srcOrd="19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02D755-E847-4047-849E-2FC041B2B62A}">
      <dsp:nvSpPr>
        <dsp:cNvPr id="0" name=""/>
        <dsp:cNvSpPr/>
      </dsp:nvSpPr>
      <dsp:spPr>
        <a:xfrm>
          <a:off x="363526" y="0"/>
          <a:ext cx="4119965" cy="830997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EA0E92-0457-4450-AE7B-AEDBE34DC07F}">
      <dsp:nvSpPr>
        <dsp:cNvPr id="0" name=""/>
        <dsp:cNvSpPr/>
      </dsp:nvSpPr>
      <dsp:spPr>
        <a:xfrm>
          <a:off x="636171" y="249299"/>
          <a:ext cx="3574675" cy="33239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/>
            <a:t>HIGHEST SALES BY CATEGORY:TECHNOLOGY</a:t>
          </a:r>
          <a:endParaRPr lang="en-IN" sz="1300" kern="1200"/>
        </a:p>
      </dsp:txBody>
      <dsp:txXfrm>
        <a:off x="652397" y="265525"/>
        <a:ext cx="3542223" cy="2999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D39AFF-44FC-43B3-8A42-B2D55B4B9BC6}">
      <dsp:nvSpPr>
        <dsp:cNvPr id="0" name=""/>
        <dsp:cNvSpPr/>
      </dsp:nvSpPr>
      <dsp:spPr>
        <a:xfrm>
          <a:off x="339089" y="0"/>
          <a:ext cx="3843020" cy="954107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B7C49D-E392-469C-9EFD-EEC371EBF0A5}">
      <dsp:nvSpPr>
        <dsp:cNvPr id="0" name=""/>
        <dsp:cNvSpPr/>
      </dsp:nvSpPr>
      <dsp:spPr>
        <a:xfrm>
          <a:off x="49450" y="286232"/>
          <a:ext cx="4422298" cy="38164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/>
            <a:t>HIGHEST CONTRIBUTION SEGMENT:CONSUMER</a:t>
          </a:r>
          <a:endParaRPr lang="en-IN" sz="1500" kern="1200"/>
        </a:p>
      </dsp:txBody>
      <dsp:txXfrm>
        <a:off x="68080" y="304862"/>
        <a:ext cx="4385038" cy="34438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654D90-F30C-420B-89CD-4F9E933F7138}">
      <dsp:nvSpPr>
        <dsp:cNvPr id="0" name=""/>
        <dsp:cNvSpPr/>
      </dsp:nvSpPr>
      <dsp:spPr>
        <a:xfrm>
          <a:off x="0" y="11676"/>
          <a:ext cx="10515600" cy="13022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300" kern="1200"/>
            <a:t>KEY INSIGHTS</a:t>
          </a:r>
        </a:p>
      </dsp:txBody>
      <dsp:txXfrm>
        <a:off x="63569" y="75245"/>
        <a:ext cx="10388462" cy="117507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71AB44-F2B5-4AD0-9048-4EEAC73E132B}">
      <dsp:nvSpPr>
        <dsp:cNvPr id="0" name=""/>
        <dsp:cNvSpPr/>
      </dsp:nvSpPr>
      <dsp:spPr>
        <a:xfrm rot="10800000">
          <a:off x="1983253" y="3129"/>
          <a:ext cx="6992874" cy="88756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390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Technology category generated the highest sales. </a:t>
          </a:r>
        </a:p>
      </dsp:txBody>
      <dsp:txXfrm rot="10800000">
        <a:off x="2205143" y="3129"/>
        <a:ext cx="6770984" cy="887561"/>
      </dsp:txXfrm>
    </dsp:sp>
    <dsp:sp modelId="{134ACA0C-6094-4FA3-BB76-51DB42CAB64F}">
      <dsp:nvSpPr>
        <dsp:cNvPr id="0" name=""/>
        <dsp:cNvSpPr/>
      </dsp:nvSpPr>
      <dsp:spPr>
        <a:xfrm>
          <a:off x="1539472" y="3129"/>
          <a:ext cx="887561" cy="88756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0A04CB-047E-4E6E-8C7E-A78984812EAA}">
      <dsp:nvSpPr>
        <dsp:cNvPr id="0" name=""/>
        <dsp:cNvSpPr/>
      </dsp:nvSpPr>
      <dsp:spPr>
        <a:xfrm rot="10800000">
          <a:off x="1983253" y="1155635"/>
          <a:ext cx="6992874" cy="88756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390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West region produced the highest profit. </a:t>
          </a:r>
        </a:p>
      </dsp:txBody>
      <dsp:txXfrm rot="10800000">
        <a:off x="2205143" y="1155635"/>
        <a:ext cx="6770984" cy="887561"/>
      </dsp:txXfrm>
    </dsp:sp>
    <dsp:sp modelId="{E22452DF-0298-4A13-9884-4D1680E6F33C}">
      <dsp:nvSpPr>
        <dsp:cNvPr id="0" name=""/>
        <dsp:cNvSpPr/>
      </dsp:nvSpPr>
      <dsp:spPr>
        <a:xfrm>
          <a:off x="1539472" y="1155635"/>
          <a:ext cx="887561" cy="88756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B45A93-9E2A-43CC-A778-F3F01C6523FB}">
      <dsp:nvSpPr>
        <dsp:cNvPr id="0" name=""/>
        <dsp:cNvSpPr/>
      </dsp:nvSpPr>
      <dsp:spPr>
        <a:xfrm rot="10800000">
          <a:off x="1983253" y="2308140"/>
          <a:ext cx="6992874" cy="88756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390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Consumer segment contributed the largest sales share. </a:t>
          </a:r>
        </a:p>
      </dsp:txBody>
      <dsp:txXfrm rot="10800000">
        <a:off x="2205143" y="2308140"/>
        <a:ext cx="6770984" cy="887561"/>
      </dsp:txXfrm>
    </dsp:sp>
    <dsp:sp modelId="{35140089-05FE-453F-92D2-38AF5EF7118D}">
      <dsp:nvSpPr>
        <dsp:cNvPr id="0" name=""/>
        <dsp:cNvSpPr/>
      </dsp:nvSpPr>
      <dsp:spPr>
        <a:xfrm>
          <a:off x="1539472" y="2308140"/>
          <a:ext cx="887561" cy="88756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9393D3-05D0-4962-ADC9-0FF3078412A4}">
      <dsp:nvSpPr>
        <dsp:cNvPr id="0" name=""/>
        <dsp:cNvSpPr/>
      </dsp:nvSpPr>
      <dsp:spPr>
        <a:xfrm rot="10800000">
          <a:off x="1983253" y="3460646"/>
          <a:ext cx="6992874" cy="88756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390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Some products had high sales but lower profitability.</a:t>
          </a:r>
        </a:p>
      </dsp:txBody>
      <dsp:txXfrm rot="10800000">
        <a:off x="2205143" y="3460646"/>
        <a:ext cx="6770984" cy="887561"/>
      </dsp:txXfrm>
    </dsp:sp>
    <dsp:sp modelId="{1A5C772F-2AF9-4DC4-A55A-3D6A967BB64A}">
      <dsp:nvSpPr>
        <dsp:cNvPr id="0" name=""/>
        <dsp:cNvSpPr/>
      </dsp:nvSpPr>
      <dsp:spPr>
        <a:xfrm>
          <a:off x="1539472" y="3460646"/>
          <a:ext cx="887561" cy="88756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7DBE84-1574-472B-A013-488FC56087A3}">
      <dsp:nvSpPr>
        <dsp:cNvPr id="0" name=""/>
        <dsp:cNvSpPr/>
      </dsp:nvSpPr>
      <dsp:spPr>
        <a:xfrm>
          <a:off x="2538213" y="949026"/>
          <a:ext cx="3263503" cy="32635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EDB0B5-F813-48C4-B1D8-E39D517CE4E8}">
      <dsp:nvSpPr>
        <dsp:cNvPr id="0" name=""/>
        <dsp:cNvSpPr/>
      </dsp:nvSpPr>
      <dsp:spPr>
        <a:xfrm>
          <a:off x="2900734" y="1311547"/>
          <a:ext cx="2538461" cy="253846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D4DF43-372F-437D-9E59-577EEFF430FC}">
      <dsp:nvSpPr>
        <dsp:cNvPr id="0" name=""/>
        <dsp:cNvSpPr/>
      </dsp:nvSpPr>
      <dsp:spPr>
        <a:xfrm>
          <a:off x="3263255" y="1674068"/>
          <a:ext cx="1813420" cy="181342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2D388D-B8C4-49A5-855F-3115E58E1962}">
      <dsp:nvSpPr>
        <dsp:cNvPr id="0" name=""/>
        <dsp:cNvSpPr/>
      </dsp:nvSpPr>
      <dsp:spPr>
        <a:xfrm>
          <a:off x="3626048" y="2036861"/>
          <a:ext cx="1087834" cy="108783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7A983F-A1E9-41B0-B8BD-0A101856D416}">
      <dsp:nvSpPr>
        <dsp:cNvPr id="0" name=""/>
        <dsp:cNvSpPr/>
      </dsp:nvSpPr>
      <dsp:spPr>
        <a:xfrm>
          <a:off x="3988569" y="2399382"/>
          <a:ext cx="362792" cy="36279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CD41A9-F18F-4F78-B44A-3C660C5ABA8B}">
      <dsp:nvSpPr>
        <dsp:cNvPr id="0" name=""/>
        <dsp:cNvSpPr/>
      </dsp:nvSpPr>
      <dsp:spPr>
        <a:xfrm>
          <a:off x="6345634" y="138807"/>
          <a:ext cx="1631751" cy="576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15240" bIns="1524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Recommendations</a:t>
          </a:r>
          <a:endParaRPr lang="en-IN" sz="1200" kern="1200"/>
        </a:p>
      </dsp:txBody>
      <dsp:txXfrm>
        <a:off x="6345634" y="138807"/>
        <a:ext cx="1631751" cy="576117"/>
      </dsp:txXfrm>
    </dsp:sp>
    <dsp:sp modelId="{C695845A-7C3A-4308-943E-760B5CFBDAA9}">
      <dsp:nvSpPr>
        <dsp:cNvPr id="0" name=""/>
        <dsp:cNvSpPr/>
      </dsp:nvSpPr>
      <dsp:spPr>
        <a:xfrm>
          <a:off x="5937696" y="426866"/>
          <a:ext cx="4079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E8FC16-0399-4A4C-8BFF-EA6D4648D87F}">
      <dsp:nvSpPr>
        <dsp:cNvPr id="0" name=""/>
        <dsp:cNvSpPr/>
      </dsp:nvSpPr>
      <dsp:spPr>
        <a:xfrm rot="5400000">
          <a:off x="3975515" y="621316"/>
          <a:ext cx="2153912" cy="1765011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F4FE0D-A3DD-4706-8AE7-55D8F0473DDC}">
      <dsp:nvSpPr>
        <dsp:cNvPr id="0" name=""/>
        <dsp:cNvSpPr/>
      </dsp:nvSpPr>
      <dsp:spPr>
        <a:xfrm>
          <a:off x="6345634" y="747995"/>
          <a:ext cx="1631751" cy="576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15240" bIns="1524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Incase marketing for high-performing categories. </a:t>
          </a:r>
        </a:p>
      </dsp:txBody>
      <dsp:txXfrm>
        <a:off x="6345634" y="747995"/>
        <a:ext cx="1631751" cy="576117"/>
      </dsp:txXfrm>
    </dsp:sp>
    <dsp:sp modelId="{FB4D1482-E47E-485A-9F20-53B8CBEA5323}">
      <dsp:nvSpPr>
        <dsp:cNvPr id="0" name=""/>
        <dsp:cNvSpPr/>
      </dsp:nvSpPr>
      <dsp:spPr>
        <a:xfrm>
          <a:off x="5937696" y="1036053"/>
          <a:ext cx="4079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24DAD3-8D6B-4655-B9E6-B6283FE5CF94}">
      <dsp:nvSpPr>
        <dsp:cNvPr id="0" name=""/>
        <dsp:cNvSpPr/>
      </dsp:nvSpPr>
      <dsp:spPr>
        <a:xfrm rot="5400000">
          <a:off x="4292020" y="1184216"/>
          <a:ext cx="1793403" cy="1495772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D36183-4787-4F63-99E8-0EEC3409E7AD}">
      <dsp:nvSpPr>
        <dsp:cNvPr id="0" name=""/>
        <dsp:cNvSpPr/>
      </dsp:nvSpPr>
      <dsp:spPr>
        <a:xfrm>
          <a:off x="6345634" y="1357182"/>
          <a:ext cx="1631751" cy="576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15240" bIns="1524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Improve profitability of low-margin products. </a:t>
          </a:r>
        </a:p>
      </dsp:txBody>
      <dsp:txXfrm>
        <a:off x="6345634" y="1357182"/>
        <a:ext cx="1631751" cy="576117"/>
      </dsp:txXfrm>
    </dsp:sp>
    <dsp:sp modelId="{D35B3C3F-D604-4FBC-8E94-CC62695397CA}">
      <dsp:nvSpPr>
        <dsp:cNvPr id="0" name=""/>
        <dsp:cNvSpPr/>
      </dsp:nvSpPr>
      <dsp:spPr>
        <a:xfrm>
          <a:off x="5937696" y="1645240"/>
          <a:ext cx="4079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826428-9422-43B8-8091-BAD7EB7F6ECF}">
      <dsp:nvSpPr>
        <dsp:cNvPr id="0" name=""/>
        <dsp:cNvSpPr/>
      </dsp:nvSpPr>
      <dsp:spPr>
        <a:xfrm rot="5400000">
          <a:off x="4602379" y="1724108"/>
          <a:ext cx="1414184" cy="1256448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D709E5-8002-4C21-AA2A-1E66907C06BF}">
      <dsp:nvSpPr>
        <dsp:cNvPr id="0" name=""/>
        <dsp:cNvSpPr/>
      </dsp:nvSpPr>
      <dsp:spPr>
        <a:xfrm>
          <a:off x="6345634" y="1953315"/>
          <a:ext cx="1631751" cy="576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15240" bIns="1524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Expand successful regional strategies. </a:t>
          </a:r>
        </a:p>
      </dsp:txBody>
      <dsp:txXfrm>
        <a:off x="6345634" y="1953315"/>
        <a:ext cx="1631751" cy="576117"/>
      </dsp:txXfrm>
    </dsp:sp>
    <dsp:sp modelId="{964BE535-35A8-4F1C-8D96-5DAB70855F65}">
      <dsp:nvSpPr>
        <dsp:cNvPr id="0" name=""/>
        <dsp:cNvSpPr/>
      </dsp:nvSpPr>
      <dsp:spPr>
        <a:xfrm>
          <a:off x="5937696" y="2241374"/>
          <a:ext cx="4079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492277-739E-48B6-A528-6B7959B077BA}">
      <dsp:nvSpPr>
        <dsp:cNvPr id="0" name=""/>
        <dsp:cNvSpPr/>
      </dsp:nvSpPr>
      <dsp:spPr>
        <a:xfrm rot="5400000">
          <a:off x="4911324" y="2294134"/>
          <a:ext cx="1079131" cy="973611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98886A-435B-4196-9E04-80C01CF0A6DB}">
      <dsp:nvSpPr>
        <dsp:cNvPr id="0" name=""/>
        <dsp:cNvSpPr/>
      </dsp:nvSpPr>
      <dsp:spPr>
        <a:xfrm>
          <a:off x="6345634" y="2532043"/>
          <a:ext cx="1631751" cy="576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15240" bIns="1524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Optimize inventory management. </a:t>
          </a:r>
        </a:p>
      </dsp:txBody>
      <dsp:txXfrm>
        <a:off x="6345634" y="2532043"/>
        <a:ext cx="1631751" cy="576117"/>
      </dsp:txXfrm>
    </dsp:sp>
    <dsp:sp modelId="{F2EEF182-F050-4966-A37A-50969D20E396}">
      <dsp:nvSpPr>
        <dsp:cNvPr id="0" name=""/>
        <dsp:cNvSpPr/>
      </dsp:nvSpPr>
      <dsp:spPr>
        <a:xfrm>
          <a:off x="5937696" y="2820102"/>
          <a:ext cx="4079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6931C7-5503-4D66-8065-E83C83C753DA}">
      <dsp:nvSpPr>
        <dsp:cNvPr id="0" name=""/>
        <dsp:cNvSpPr/>
      </dsp:nvSpPr>
      <dsp:spPr>
        <a:xfrm rot="5400000">
          <a:off x="5203408" y="2847298"/>
          <a:ext cx="761484" cy="707092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62778-7C10-85B3-865C-248312BA4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78D8C6-3DC4-8E5F-D9B9-6FF75827C0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A1230-4352-7CEC-F0B8-781D4C900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8C8B9-60F0-4E0B-B5C3-7A61BBB08BFF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04795-3F2C-7177-B6AA-BB7275AC3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2F008-4D90-C68F-1362-17B092810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99635-9146-4257-BCA1-CBB4C9C8E5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839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67A5B-B65A-5AB8-35C4-1B988205D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1D410-7E7E-8E4B-5839-1FED46D4F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C36F8-6B6E-A985-8B5B-E083C075D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8C8B9-60F0-4E0B-B5C3-7A61BBB08BFF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7D5B0-78F8-0ED6-548C-4326E2E1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8FE01-7524-E204-F8C6-578947F73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99635-9146-4257-BCA1-CBB4C9C8E5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1476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DA385-CEF4-27A8-4E74-2AA1F8913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45C730-31C0-2B0B-3160-CB694535D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1601D-473B-6D68-FD5D-95565C95C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8C8B9-60F0-4E0B-B5C3-7A61BBB08BFF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970CF-244B-0C68-A1A9-A18929C6C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AC826-A441-F888-F6EF-01FF0285C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99635-9146-4257-BCA1-CBB4C9C8E5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619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B5EA3-35F3-BE04-7A2D-EA508B207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E2315-DFD9-AE37-28C0-521A16B127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0E526-F53D-2347-60A0-0E4232CEB7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10C317-9F84-B872-0D17-FC7B1D129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8C8B9-60F0-4E0B-B5C3-7A61BBB08BFF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152B63-E542-177B-9FE6-4216F553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1FC7A7-093B-9341-43EE-67038BB17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99635-9146-4257-BCA1-CBB4C9C8E5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7042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F937A-B361-B104-900C-A1DC5DA5E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B363E-AEA6-A234-CE83-3E14550FA6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89AF81-F6FF-CDA6-6A7E-A2AEE09C21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88C182-D325-9205-BE26-F25850C49B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E1A7EC-FC3B-6527-931D-9F5FCFEED2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137FA2-C08E-44E4-86DD-2611C697F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8C8B9-60F0-4E0B-B5C3-7A61BBB08BFF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909AE3-C821-61D0-8671-3BD73FB47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D840C9-403E-E0DE-DFEA-ADBADF0E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99635-9146-4257-BCA1-CBB4C9C8E5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6100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6944D-6674-D1B1-6021-A2B83FCC6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54E7AA-1880-A9FD-02E4-DA0BFFC93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8C8B9-60F0-4E0B-B5C3-7A61BBB08BFF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BEC526-E824-4BC0-1D13-7FF788070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9D68AD-90C5-08CF-EF49-D8F52FBEE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99635-9146-4257-BCA1-CBB4C9C8E5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5626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552D18-270C-E771-A2A8-ACB6D90E5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8C8B9-60F0-4E0B-B5C3-7A61BBB08BFF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71D6CF-4F88-0ED3-CA55-161B7644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45E70-4FA5-D56E-57FD-4B092B6A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99635-9146-4257-BCA1-CBB4C9C8E5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1834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5FA12-1447-7868-1758-EF05E2025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EEBCC-74A2-6541-5BE9-1FFD3F069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CA67CC-3587-2528-1321-A839423323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DFA091-2565-ECA0-84D2-3CB97F3F7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8C8B9-60F0-4E0B-B5C3-7A61BBB08BFF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18E79D-003D-0CFF-9422-B4DEBD0F7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F1DCD5-5D95-6315-217A-A92E83872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99635-9146-4257-BCA1-CBB4C9C8E5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9086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D5BCE-A9E1-6D96-5300-FC1D06AB9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34A0B8-EFA5-E006-C24C-D36820BE71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5ED937-20FF-6C88-046A-DE4DB69551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1D10E6-4527-5948-3234-E9A27BB5C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8C8B9-60F0-4E0B-B5C3-7A61BBB08BFF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CCB6F6-942B-DC50-1A91-712C1CDAB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A2A292-C923-E4EA-F154-DBF41D7A5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99635-9146-4257-BCA1-CBB4C9C8E5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769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AA00F-A23F-6DCF-5A39-1083B66E5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A73138-3D87-938D-5053-814AFD3707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883C3-803F-1C5C-A3FD-2D2524253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8C8B9-60F0-4E0B-B5C3-7A61BBB08BFF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5BC9F-88C6-FEB9-3C2F-092EFE972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B6EC6-BA80-06F1-F005-0A07CF558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99635-9146-4257-BCA1-CBB4C9C8E5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873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9B5533-8574-C8C1-52F7-EAA8CE1793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854106-B731-C9CA-A5C8-27069A5E68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11B32-01BD-DA36-A710-22AA153DF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8C8B9-60F0-4E0B-B5C3-7A61BBB08BFF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A840A-AF88-CECD-ADD8-28E2A3D93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9110F-CE6E-43DD-F244-05D11E63A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99635-9146-4257-BCA1-CBB4C9C8E5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434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4E43F0-0278-8783-A46A-E392194A2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3DD492-1E4B-B4D2-3BD4-E47237AEE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8490AE-67BD-C52B-4E46-9ED367A7DB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D8C8B9-60F0-4E0B-B5C3-7A61BBB08BFF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E974E-2774-D0C7-1769-54DDBC0246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DD260-8BF0-0D1D-3541-C163ACEDF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B99635-9146-4257-BCA1-CBB4C9C8E5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1149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microsoft.com/office/2007/relationships/diagramDrawing" Target="../diagrams/drawing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diagramColors" Target="../diagrams/colors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QuickStyle" Target="../diagrams/quickStyle2.xml"/><Relationship Id="rId5" Type="http://schemas.openxmlformats.org/officeDocument/2006/relationships/diagramQuickStyle" Target="../diagrams/quickStyle1.xml"/><Relationship Id="rId10" Type="http://schemas.openxmlformats.org/officeDocument/2006/relationships/diagramLayout" Target="../diagrams/layout2.xml"/><Relationship Id="rId4" Type="http://schemas.openxmlformats.org/officeDocument/2006/relationships/diagramLayout" Target="../diagrams/layout1.xml"/><Relationship Id="rId9" Type="http://schemas.openxmlformats.org/officeDocument/2006/relationships/diagramData" Target="../diagrams/data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EA4B3-B387-7635-0BD6-D3610D0D26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SUPERSTORE SALES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8388A0-5510-066D-CBCF-DF2436F25A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NAME : AKSHAYA G R</a:t>
            </a:r>
          </a:p>
          <a:p>
            <a:r>
              <a:rPr lang="en-IN" dirty="0"/>
              <a:t>INTERNSHIP OF DATA ANALYTICS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3715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9CB4D-42A5-0FF7-9DE1-1B1281C56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QUESTIONS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E707C-490B-F5F5-5FC6-9D6093CCF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Business Question</a:t>
            </a:r>
          </a:p>
          <a:p>
            <a:r>
              <a:rPr lang="en-IN" dirty="0"/>
              <a:t>How can Superstore improve sales and profitability using historical sales data?</a:t>
            </a:r>
          </a:p>
          <a:p>
            <a:r>
              <a:rPr lang="en-IN" b="1" dirty="0"/>
              <a:t>Objectives</a:t>
            </a:r>
          </a:p>
          <a:p>
            <a:r>
              <a:rPr lang="en-IN" dirty="0" err="1"/>
              <a:t>Analyze</a:t>
            </a:r>
            <a:r>
              <a:rPr lang="en-IN" dirty="0"/>
              <a:t> sales performance </a:t>
            </a:r>
          </a:p>
          <a:p>
            <a:r>
              <a:rPr lang="en-IN" dirty="0"/>
              <a:t>Identify profitable categories </a:t>
            </a:r>
          </a:p>
          <a:p>
            <a:r>
              <a:rPr lang="en-IN" dirty="0" err="1"/>
              <a:t>Analyze</a:t>
            </a:r>
            <a:r>
              <a:rPr lang="en-IN" dirty="0"/>
              <a:t> regional performance </a:t>
            </a:r>
          </a:p>
          <a:p>
            <a:r>
              <a:rPr lang="en-IN" dirty="0"/>
              <a:t>Provide business recommendations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0784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3EAA55-DED6-CC4E-379A-51A16B7F8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IN" sz="3600"/>
              <a:t>DATASET OVERVIEW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08101-6D96-A5D0-5D11-E551891CE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en-IN" sz="1800"/>
              <a:t>DATASET INFORMATION</a:t>
            </a:r>
          </a:p>
          <a:p>
            <a:endParaRPr lang="en-IN" sz="18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5857712-ADF3-BE77-C171-E5CF45312B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193547"/>
              </p:ext>
            </p:extLst>
          </p:nvPr>
        </p:nvGraphicFramePr>
        <p:xfrm>
          <a:off x="5987738" y="1401862"/>
          <a:ext cx="5628018" cy="38214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505510">
                  <a:extLst>
                    <a:ext uri="{9D8B030D-6E8A-4147-A177-3AD203B41FA5}">
                      <a16:colId xmlns:a16="http://schemas.microsoft.com/office/drawing/2014/main" val="3531104267"/>
                    </a:ext>
                  </a:extLst>
                </a:gridCol>
                <a:gridCol w="3122508">
                  <a:extLst>
                    <a:ext uri="{9D8B030D-6E8A-4147-A177-3AD203B41FA5}">
                      <a16:colId xmlns:a16="http://schemas.microsoft.com/office/drawing/2014/main" val="3711417120"/>
                    </a:ext>
                  </a:extLst>
                </a:gridCol>
              </a:tblGrid>
              <a:tr h="7642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Item</a:t>
                      </a:r>
                    </a:p>
                  </a:txBody>
                  <a:tcPr marL="358257" marR="186294" marT="186294" marB="1862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Details</a:t>
                      </a:r>
                    </a:p>
                  </a:txBody>
                  <a:tcPr marL="358257" marR="186294" marT="186294" marB="1862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0177533"/>
                  </a:ext>
                </a:extLst>
              </a:tr>
              <a:tr h="7642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Dataset Name</a:t>
                      </a:r>
                    </a:p>
                  </a:txBody>
                  <a:tcPr marL="358257" marR="186294" marT="186294" marB="1862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Sample Superstore</a:t>
                      </a:r>
                    </a:p>
                  </a:txBody>
                  <a:tcPr marL="358257" marR="186294" marT="186294" marB="1862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4963673"/>
                  </a:ext>
                </a:extLst>
              </a:tr>
              <a:tr h="7642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Records</a:t>
                      </a:r>
                    </a:p>
                  </a:txBody>
                  <a:tcPr marL="358257" marR="186294" marT="186294" marB="1862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9994</a:t>
                      </a:r>
                    </a:p>
                  </a:txBody>
                  <a:tcPr marL="358257" marR="186294" marT="186294" marB="1862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9456550"/>
                  </a:ext>
                </a:extLst>
              </a:tr>
              <a:tr h="7642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Columns</a:t>
                      </a:r>
                    </a:p>
                  </a:txBody>
                  <a:tcPr marL="358257" marR="186294" marT="186294" marB="1862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21</a:t>
                      </a:r>
                    </a:p>
                  </a:txBody>
                  <a:tcPr marL="358257" marR="186294" marT="186294" marB="1862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979671"/>
                  </a:ext>
                </a:extLst>
              </a:tr>
              <a:tr h="7642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Source</a:t>
                      </a:r>
                    </a:p>
                  </a:txBody>
                  <a:tcPr marL="358257" marR="186294" marT="186294" marB="1862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Superstore Dataset</a:t>
                      </a:r>
                    </a:p>
                  </a:txBody>
                  <a:tcPr marL="358257" marR="186294" marT="186294" marB="1862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312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2548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1ECA6-5B92-69C2-1799-D4BE55359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F1748-3C50-5A97-60AC-922EB23E9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10333" cy="4351338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Data Cleaning Process</a:t>
            </a:r>
          </a:p>
          <a:p>
            <a:r>
              <a:rPr lang="en-IN" dirty="0"/>
              <a:t>✔ Checked missing values</a:t>
            </a:r>
          </a:p>
          <a:p>
            <a:r>
              <a:rPr lang="en-IN" dirty="0"/>
              <a:t>✔ Removed duplicate records</a:t>
            </a:r>
          </a:p>
          <a:p>
            <a:r>
              <a:rPr lang="en-IN" dirty="0"/>
              <a:t>✔ Verified data types</a:t>
            </a:r>
          </a:p>
          <a:p>
            <a:r>
              <a:rPr lang="en-IN" dirty="0"/>
              <a:t>✔ Prepared data for analysis</a:t>
            </a:r>
          </a:p>
          <a:p>
            <a:r>
              <a:rPr lang="en-IN" b="1" dirty="0"/>
              <a:t>Tools Used</a:t>
            </a:r>
          </a:p>
          <a:p>
            <a:r>
              <a:rPr lang="en-IN" dirty="0"/>
              <a:t>Python </a:t>
            </a:r>
          </a:p>
          <a:p>
            <a:r>
              <a:rPr lang="en-IN" dirty="0"/>
              <a:t>Pandas </a:t>
            </a:r>
          </a:p>
          <a:p>
            <a:r>
              <a:rPr lang="en-IN" dirty="0" err="1"/>
              <a:t>Jupyter</a:t>
            </a:r>
            <a:r>
              <a:rPr lang="en-IN" dirty="0"/>
              <a:t> Notebook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DE9D3B-D411-5A9F-8660-A3403D5EC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934" y="1360706"/>
            <a:ext cx="5753599" cy="481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214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62EF3-72F7-EB69-2B21-944FB55CD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SALES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94F12B-345E-32FE-71DD-2F0E51B4DC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0849" y="1470025"/>
            <a:ext cx="5575151" cy="3847042"/>
          </a:xfrm>
          <a:prstGeom prst="rect">
            <a:avLst/>
          </a:prstGeom>
        </p:spPr>
      </p:pic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30F46CA7-613C-95B4-A580-51BB95272BFC}"/>
              </a:ext>
            </a:extLst>
          </p:cNvPr>
          <p:cNvGraphicFramePr/>
          <p:nvPr/>
        </p:nvGraphicFramePr>
        <p:xfrm>
          <a:off x="520849" y="5317067"/>
          <a:ext cx="4847018" cy="8309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DA79D4F3-3CBB-58FA-3BD2-6C6210F66B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0823" y="795866"/>
            <a:ext cx="4122777" cy="3596952"/>
          </a:xfrm>
          <a:prstGeom prst="rect">
            <a:avLst/>
          </a:prstGeom>
        </p:spPr>
      </p:pic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0698F63B-B684-74BC-387D-D233B8FD3AA1}"/>
              </a:ext>
            </a:extLst>
          </p:cNvPr>
          <p:cNvGraphicFramePr/>
          <p:nvPr/>
        </p:nvGraphicFramePr>
        <p:xfrm>
          <a:off x="6701611" y="5309232"/>
          <a:ext cx="4521200" cy="9541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3584258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Document 9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4350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DBF98D-CA85-D773-C584-D0300492C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PROFIT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52CA24-B4B3-F583-F339-A7887FAFAE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7933" y="701715"/>
            <a:ext cx="7347537" cy="54555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682AA7-20F1-F712-11C8-46E1AD9AA895}"/>
              </a:ext>
            </a:extLst>
          </p:cNvPr>
          <p:cNvSpPr txBox="1"/>
          <p:nvPr/>
        </p:nvSpPr>
        <p:spPr>
          <a:xfrm>
            <a:off x="638175" y="3928533"/>
            <a:ext cx="35697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Algerian" panose="04020705040A02060702" pitchFamily="82" charset="0"/>
              </a:rPr>
              <a:t>MOST PROFIT REGION : WEST</a:t>
            </a:r>
          </a:p>
        </p:txBody>
      </p:sp>
    </p:spTree>
    <p:extLst>
      <p:ext uri="{BB962C8B-B14F-4D97-AF65-F5344CB8AC3E}">
        <p14:creationId xmlns:p14="http://schemas.microsoft.com/office/powerpoint/2010/main" val="4213880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758B304-B9C3-738B-5461-33FA5CCF3FEF}"/>
              </a:ext>
            </a:extLst>
          </p:cNvPr>
          <p:cNvGraphicFramePr/>
          <p:nvPr/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8331C29-BF00-368E-7BBF-4805001799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906424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727116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83C82-053E-126C-EAC9-6FDAD822B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RECOMMENDATIONS AND CONCLUSION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99636E78-B7E6-E5EA-7374-DE0AE2DADE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211843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34090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164</Words>
  <Application>Microsoft Office PowerPoint</Application>
  <PresentationFormat>Widescreen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Algerian</vt:lpstr>
      <vt:lpstr>Aptos</vt:lpstr>
      <vt:lpstr>Aptos Display</vt:lpstr>
      <vt:lpstr>Arial</vt:lpstr>
      <vt:lpstr>Office Theme</vt:lpstr>
      <vt:lpstr>SUPERSTORE SALES ANALYSIS</vt:lpstr>
      <vt:lpstr>BUSINESS QUESTIONS </vt:lpstr>
      <vt:lpstr>DATASET OVERVIEW</vt:lpstr>
      <vt:lpstr>DATA CLEANING</vt:lpstr>
      <vt:lpstr>SALES ANALYSIS</vt:lpstr>
      <vt:lpstr>PROFIT ANALYSIS</vt:lpstr>
      <vt:lpstr>PowerPoint Presentation</vt:lpstr>
      <vt:lpstr>RECOMMENDATIONS AND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Akshaya GR</dc:creator>
  <cp:lastModifiedBy>Akshaya GR</cp:lastModifiedBy>
  <cp:revision>1</cp:revision>
  <dcterms:created xsi:type="dcterms:W3CDTF">2026-06-20T13:43:02Z</dcterms:created>
  <dcterms:modified xsi:type="dcterms:W3CDTF">2026-06-20T14:10:26Z</dcterms:modified>
</cp:coreProperties>
</file>